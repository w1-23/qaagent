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9828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图3a 跨语言四配置点图</a:t>
            </a:r>
          </a:p>
        </p:txBody>
      </p:sp>
      <p:pic>
        <p:nvPicPr>
          <p:cNvPr id="3" name="Picture 2" descr="图3a_跨语言四配置点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00" y="792000"/>
            <a:ext cx="6264000" cy="22312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9828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图3b 五配置十维热图 GLM</a:t>
            </a:r>
          </a:p>
        </p:txBody>
      </p:sp>
      <p:pic>
        <p:nvPicPr>
          <p:cNvPr id="3" name="Picture 2" descr="图3b_五配置十维热图_G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00" y="792000"/>
            <a:ext cx="6264000" cy="26641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9828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图3c 五配置十维热图 Kimi</a:t>
            </a:r>
          </a:p>
        </p:txBody>
      </p:sp>
      <p:pic>
        <p:nvPicPr>
          <p:cNvPr id="3" name="Picture 2" descr="图3c_五配置十维热图_Ki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00" y="792000"/>
            <a:ext cx="6264000" cy="26641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9828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图3d 配对效应森林图 GLM</a:t>
            </a:r>
          </a:p>
        </p:txBody>
      </p:sp>
      <p:pic>
        <p:nvPicPr>
          <p:cNvPr id="3" name="Picture 2" descr="图3d_配对效应森林图_G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00" y="792000"/>
            <a:ext cx="6264000" cy="30237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9828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图3e 配对效应森林图 Kimi</a:t>
            </a:r>
          </a:p>
        </p:txBody>
      </p:sp>
      <p:pic>
        <p:nvPicPr>
          <p:cNvPr id="3" name="Picture 2" descr="图3e_配对效应森林图_Ki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00" y="792000"/>
            <a:ext cx="6264000" cy="30237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9828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图3乙 五配置热图 GLM</a:t>
            </a:r>
          </a:p>
        </p:txBody>
      </p:sp>
      <p:pic>
        <p:nvPicPr>
          <p:cNvPr id="3" name="Picture 2" descr="图3乙_五配置热图_G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00" y="792000"/>
            <a:ext cx="6264000" cy="24476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216000"/>
            <a:ext cx="9828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图3乙 五配置热图 Kimi</a:t>
            </a:r>
          </a:p>
        </p:txBody>
      </p:sp>
      <p:pic>
        <p:nvPicPr>
          <p:cNvPr id="3" name="Picture 2" descr="图3乙_五配置热图_Ki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00" y="792000"/>
            <a:ext cx="6264000" cy="24476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