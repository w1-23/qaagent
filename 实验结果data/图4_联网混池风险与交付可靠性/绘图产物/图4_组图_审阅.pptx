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9828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图4a 旧架构联网混入风险</a:t>
            </a:r>
          </a:p>
        </p:txBody>
      </p:sp>
      <p:pic>
        <p:nvPicPr>
          <p:cNvPr id="3" name="Picture 2" descr="图4a_旧架构联网混入风险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000" y="792000"/>
            <a:ext cx="6264000" cy="27357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9828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图4b 新架构结构核验</a:t>
            </a:r>
          </a:p>
        </p:txBody>
      </p:sp>
      <p:pic>
        <p:nvPicPr>
          <p:cNvPr id="3" name="Picture 2" descr="图4b_新架构结构核验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000" y="792000"/>
            <a:ext cx="6264000" cy="25909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