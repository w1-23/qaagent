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图S1 检索三通道点图</a:t>
            </a:r>
          </a:p>
        </p:txBody>
      </p:sp>
      <p:pic>
        <p:nvPicPr>
          <p:cNvPr id="3" name="Picture 2" descr="图S1_检索三通道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664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图S2a 多比较森林图 GLM</a:t>
            </a:r>
          </a:p>
        </p:txBody>
      </p:sp>
      <p:pic>
        <p:nvPicPr>
          <p:cNvPr id="3" name="Picture 2" descr="图S2a_多比较森林图_G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3311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图S2b 多比较森林图 Kimi</a:t>
            </a:r>
          </a:p>
        </p:txBody>
      </p:sp>
      <p:pic>
        <p:nvPicPr>
          <p:cNvPr id="3" name="Picture 2" descr="图S2b_多比较森林图_K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33118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图S3 判官一致性点图</a:t>
            </a:r>
          </a:p>
        </p:txBody>
      </p:sp>
      <p:pic>
        <p:nvPicPr>
          <p:cNvPr id="3" name="Picture 2" descr="图S3_判官一致性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519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图S4a 联网候选过滤漏斗</a:t>
            </a:r>
          </a:p>
        </p:txBody>
      </p:sp>
      <p:pic>
        <p:nvPicPr>
          <p:cNvPr id="3" name="Picture 2" descr="图S4a_联网候选过滤漏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0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图S4b 留存来源分级</a:t>
            </a:r>
          </a:p>
        </p:txBody>
      </p:sp>
      <p:pic>
        <p:nvPicPr>
          <p:cNvPr id="3" name="Picture 2" descr="图S4b_留存来源分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014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