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264000" cy="48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6264000" cy="48600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" y="635"/>
            <a:ext cx="2202173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26343B"/>
                </a:solidFill>
                <a:latin typeface="Arial"/>
              </a:rPr>
              <a:t>(a) System design and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" y="177799"/>
            <a:ext cx="1066796" cy="330199"/>
          </a:xfrm>
          <a:prstGeom prst="roundRect">
            <a:avLst>
              <a:gd name="adj" fmla="val 10000"/>
            </a:avLst>
          </a:prstGeom>
          <a:solidFill>
            <a:srgbClr val="287D99"/>
          </a:solidFill>
          <a:ln w="8890">
            <a:solidFill>
              <a:srgbClr val="287D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72535" y="300802"/>
            <a:ext cx="85461" cy="71009"/>
          </a:xfrm>
          <a:custGeom>
            <a:avLst/>
            <a:gdLst/>
            <a:ahLst/>
            <a:cxnLst/>
            <a:rect l="l" t="t" r="r" b="b"/>
            <a:pathLst>
              <a:path w="85461" h="71009">
                <a:moveTo>
                  <a:pt x="10305" y="71009"/>
                </a:moveTo>
                <a:lnTo>
                  <a:pt x="12282" y="69790"/>
                </a:lnTo>
                <a:lnTo>
                  <a:pt x="14252" y="68648"/>
                </a:lnTo>
                <a:lnTo>
                  <a:pt x="16217" y="67583"/>
                </a:lnTo>
                <a:lnTo>
                  <a:pt x="18176" y="66594"/>
                </a:lnTo>
                <a:lnTo>
                  <a:pt x="20129" y="65682"/>
                </a:lnTo>
                <a:lnTo>
                  <a:pt x="22076" y="64846"/>
                </a:lnTo>
                <a:lnTo>
                  <a:pt x="24017" y="64087"/>
                </a:lnTo>
                <a:lnTo>
                  <a:pt x="25952" y="63405"/>
                </a:lnTo>
                <a:lnTo>
                  <a:pt x="27905" y="62801"/>
                </a:lnTo>
                <a:lnTo>
                  <a:pt x="29899" y="62278"/>
                </a:lnTo>
                <a:lnTo>
                  <a:pt x="31935" y="61835"/>
                </a:lnTo>
                <a:lnTo>
                  <a:pt x="34011" y="61473"/>
                </a:lnTo>
                <a:lnTo>
                  <a:pt x="36129" y="61191"/>
                </a:lnTo>
                <a:lnTo>
                  <a:pt x="38288" y="60990"/>
                </a:lnTo>
                <a:lnTo>
                  <a:pt x="40489" y="60869"/>
                </a:lnTo>
                <a:lnTo>
                  <a:pt x="42730" y="60829"/>
                </a:lnTo>
                <a:lnTo>
                  <a:pt x="44973" y="60869"/>
                </a:lnTo>
                <a:lnTo>
                  <a:pt x="47176" y="60990"/>
                </a:lnTo>
                <a:lnTo>
                  <a:pt x="49340" y="61191"/>
                </a:lnTo>
                <a:lnTo>
                  <a:pt x="51465" y="61473"/>
                </a:lnTo>
                <a:lnTo>
                  <a:pt x="53550" y="61835"/>
                </a:lnTo>
                <a:lnTo>
                  <a:pt x="55597" y="62278"/>
                </a:lnTo>
                <a:lnTo>
                  <a:pt x="57604" y="62801"/>
                </a:lnTo>
                <a:lnTo>
                  <a:pt x="59571" y="63405"/>
                </a:lnTo>
                <a:lnTo>
                  <a:pt x="61521" y="64087"/>
                </a:lnTo>
                <a:lnTo>
                  <a:pt x="63475" y="64846"/>
                </a:lnTo>
                <a:lnTo>
                  <a:pt x="65433" y="65682"/>
                </a:lnTo>
                <a:lnTo>
                  <a:pt x="67395" y="66594"/>
                </a:lnTo>
                <a:lnTo>
                  <a:pt x="69360" y="67583"/>
                </a:lnTo>
                <a:lnTo>
                  <a:pt x="71330" y="68648"/>
                </a:lnTo>
                <a:lnTo>
                  <a:pt x="73304" y="69790"/>
                </a:lnTo>
                <a:lnTo>
                  <a:pt x="75281" y="71009"/>
                </a:lnTo>
                <a:lnTo>
                  <a:pt x="76613" y="69310"/>
                </a:lnTo>
                <a:lnTo>
                  <a:pt x="77846" y="67607"/>
                </a:lnTo>
                <a:lnTo>
                  <a:pt x="78978" y="65901"/>
                </a:lnTo>
                <a:lnTo>
                  <a:pt x="80010" y="64190"/>
                </a:lnTo>
                <a:lnTo>
                  <a:pt x="80942" y="62476"/>
                </a:lnTo>
                <a:lnTo>
                  <a:pt x="81773" y="60758"/>
                </a:lnTo>
                <a:lnTo>
                  <a:pt x="82505" y="59036"/>
                </a:lnTo>
                <a:lnTo>
                  <a:pt x="83136" y="57310"/>
                </a:lnTo>
                <a:lnTo>
                  <a:pt x="83681" y="55570"/>
                </a:lnTo>
                <a:lnTo>
                  <a:pt x="84153" y="53806"/>
                </a:lnTo>
                <a:lnTo>
                  <a:pt x="84553" y="52019"/>
                </a:lnTo>
                <a:lnTo>
                  <a:pt x="84880" y="50209"/>
                </a:lnTo>
                <a:lnTo>
                  <a:pt x="85134" y="48375"/>
                </a:lnTo>
                <a:lnTo>
                  <a:pt x="85316" y="46517"/>
                </a:lnTo>
                <a:lnTo>
                  <a:pt x="85425" y="44636"/>
                </a:lnTo>
                <a:lnTo>
                  <a:pt x="85461" y="42731"/>
                </a:lnTo>
                <a:lnTo>
                  <a:pt x="85270" y="38268"/>
                </a:lnTo>
                <a:lnTo>
                  <a:pt x="84695" y="33992"/>
                </a:lnTo>
                <a:lnTo>
                  <a:pt x="83738" y="29903"/>
                </a:lnTo>
                <a:lnTo>
                  <a:pt x="82398" y="26000"/>
                </a:lnTo>
                <a:lnTo>
                  <a:pt x="80674" y="22283"/>
                </a:lnTo>
                <a:lnTo>
                  <a:pt x="78568" y="18754"/>
                </a:lnTo>
                <a:lnTo>
                  <a:pt x="76079" y="15410"/>
                </a:lnTo>
                <a:lnTo>
                  <a:pt x="73207" y="12254"/>
                </a:lnTo>
                <a:lnTo>
                  <a:pt x="70051" y="9382"/>
                </a:lnTo>
                <a:lnTo>
                  <a:pt x="66707" y="6893"/>
                </a:lnTo>
                <a:lnTo>
                  <a:pt x="63178" y="4787"/>
                </a:lnTo>
                <a:lnTo>
                  <a:pt x="59461" y="3063"/>
                </a:lnTo>
                <a:lnTo>
                  <a:pt x="55558" y="1723"/>
                </a:lnTo>
                <a:lnTo>
                  <a:pt x="51469" y="766"/>
                </a:lnTo>
                <a:lnTo>
                  <a:pt x="47193" y="192"/>
                </a:lnTo>
                <a:lnTo>
                  <a:pt x="42730" y="0"/>
                </a:lnTo>
                <a:lnTo>
                  <a:pt x="38268" y="192"/>
                </a:lnTo>
                <a:lnTo>
                  <a:pt x="33992" y="766"/>
                </a:lnTo>
                <a:lnTo>
                  <a:pt x="29902" y="1723"/>
                </a:lnTo>
                <a:lnTo>
                  <a:pt x="25999" y="3063"/>
                </a:lnTo>
                <a:lnTo>
                  <a:pt x="22283" y="4787"/>
                </a:lnTo>
                <a:lnTo>
                  <a:pt x="18753" y="6893"/>
                </a:lnTo>
                <a:lnTo>
                  <a:pt x="15410" y="9382"/>
                </a:lnTo>
                <a:lnTo>
                  <a:pt x="12253" y="12254"/>
                </a:lnTo>
                <a:lnTo>
                  <a:pt x="9381" y="15410"/>
                </a:lnTo>
                <a:lnTo>
                  <a:pt x="6892" y="18754"/>
                </a:lnTo>
                <a:lnTo>
                  <a:pt x="4786" y="22283"/>
                </a:lnTo>
                <a:lnTo>
                  <a:pt x="3063" y="26000"/>
                </a:lnTo>
                <a:lnTo>
                  <a:pt x="1723" y="29903"/>
                </a:lnTo>
                <a:lnTo>
                  <a:pt x="765" y="33992"/>
                </a:lnTo>
                <a:lnTo>
                  <a:pt x="191" y="38268"/>
                </a:lnTo>
                <a:lnTo>
                  <a:pt x="0" y="42731"/>
                </a:lnTo>
                <a:lnTo>
                  <a:pt x="37" y="44636"/>
                </a:lnTo>
                <a:lnTo>
                  <a:pt x="149" y="46517"/>
                </a:lnTo>
                <a:lnTo>
                  <a:pt x="335" y="48375"/>
                </a:lnTo>
                <a:lnTo>
                  <a:pt x="596" y="50209"/>
                </a:lnTo>
                <a:lnTo>
                  <a:pt x="932" y="52019"/>
                </a:lnTo>
                <a:lnTo>
                  <a:pt x="1343" y="53806"/>
                </a:lnTo>
                <a:lnTo>
                  <a:pt x="1828" y="55570"/>
                </a:lnTo>
                <a:lnTo>
                  <a:pt x="2387" y="57310"/>
                </a:lnTo>
                <a:lnTo>
                  <a:pt x="3033" y="59036"/>
                </a:lnTo>
                <a:lnTo>
                  <a:pt x="3778" y="60758"/>
                </a:lnTo>
                <a:lnTo>
                  <a:pt x="4620" y="62476"/>
                </a:lnTo>
                <a:lnTo>
                  <a:pt x="5561" y="64190"/>
                </a:lnTo>
                <a:lnTo>
                  <a:pt x="6600" y="65901"/>
                </a:lnTo>
                <a:lnTo>
                  <a:pt x="7737" y="67607"/>
                </a:lnTo>
                <a:lnTo>
                  <a:pt x="8972" y="69310"/>
                </a:lnTo>
                <a:lnTo>
                  <a:pt x="10305" y="71009"/>
                </a:lnTo>
                <a:lnTo>
                  <a:pt x="10305" y="7100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98047" y="312867"/>
            <a:ext cx="34436" cy="34436"/>
          </a:xfrm>
          <a:custGeom>
            <a:avLst/>
            <a:gdLst/>
            <a:ahLst/>
            <a:cxnLst/>
            <a:rect l="l" t="t" r="r" b="b"/>
            <a:pathLst>
              <a:path w="34436" h="34436">
                <a:moveTo>
                  <a:pt x="4965" y="29472"/>
                </a:moveTo>
                <a:lnTo>
                  <a:pt x="3801" y="28194"/>
                </a:lnTo>
                <a:lnTo>
                  <a:pt x="2793" y="26844"/>
                </a:lnTo>
                <a:lnTo>
                  <a:pt x="1939" y="25422"/>
                </a:lnTo>
                <a:lnTo>
                  <a:pt x="1241" y="23926"/>
                </a:lnTo>
                <a:lnTo>
                  <a:pt x="698" y="22358"/>
                </a:lnTo>
                <a:lnTo>
                  <a:pt x="311" y="20718"/>
                </a:lnTo>
                <a:lnTo>
                  <a:pt x="78" y="19004"/>
                </a:lnTo>
                <a:lnTo>
                  <a:pt x="0" y="17218"/>
                </a:lnTo>
                <a:lnTo>
                  <a:pt x="78" y="15432"/>
                </a:lnTo>
                <a:lnTo>
                  <a:pt x="311" y="13719"/>
                </a:lnTo>
                <a:lnTo>
                  <a:pt x="698" y="12078"/>
                </a:lnTo>
                <a:lnTo>
                  <a:pt x="1241" y="10510"/>
                </a:lnTo>
                <a:lnTo>
                  <a:pt x="1939" y="9015"/>
                </a:lnTo>
                <a:lnTo>
                  <a:pt x="2793" y="7592"/>
                </a:lnTo>
                <a:lnTo>
                  <a:pt x="3801" y="6242"/>
                </a:lnTo>
                <a:lnTo>
                  <a:pt x="4965" y="4965"/>
                </a:lnTo>
                <a:lnTo>
                  <a:pt x="6242" y="3801"/>
                </a:lnTo>
                <a:lnTo>
                  <a:pt x="7592" y="2793"/>
                </a:lnTo>
                <a:lnTo>
                  <a:pt x="9015" y="1939"/>
                </a:lnTo>
                <a:lnTo>
                  <a:pt x="10510" y="1241"/>
                </a:lnTo>
                <a:lnTo>
                  <a:pt x="12078" y="698"/>
                </a:lnTo>
                <a:lnTo>
                  <a:pt x="13719" y="310"/>
                </a:lnTo>
                <a:lnTo>
                  <a:pt x="15432" y="78"/>
                </a:lnTo>
                <a:lnTo>
                  <a:pt x="17218" y="0"/>
                </a:lnTo>
                <a:lnTo>
                  <a:pt x="19004" y="78"/>
                </a:lnTo>
                <a:lnTo>
                  <a:pt x="20718" y="310"/>
                </a:lnTo>
                <a:lnTo>
                  <a:pt x="22358" y="698"/>
                </a:lnTo>
                <a:lnTo>
                  <a:pt x="23926" y="1241"/>
                </a:lnTo>
                <a:lnTo>
                  <a:pt x="25422" y="1939"/>
                </a:lnTo>
                <a:lnTo>
                  <a:pt x="26845" y="2793"/>
                </a:lnTo>
                <a:lnTo>
                  <a:pt x="28195" y="3801"/>
                </a:lnTo>
                <a:lnTo>
                  <a:pt x="29472" y="4965"/>
                </a:lnTo>
                <a:lnTo>
                  <a:pt x="30635" y="6242"/>
                </a:lnTo>
                <a:lnTo>
                  <a:pt x="31644" y="7592"/>
                </a:lnTo>
                <a:lnTo>
                  <a:pt x="32497" y="9015"/>
                </a:lnTo>
                <a:lnTo>
                  <a:pt x="33195" y="10510"/>
                </a:lnTo>
                <a:lnTo>
                  <a:pt x="33738" y="12078"/>
                </a:lnTo>
                <a:lnTo>
                  <a:pt x="34126" y="13719"/>
                </a:lnTo>
                <a:lnTo>
                  <a:pt x="34359" y="15432"/>
                </a:lnTo>
                <a:lnTo>
                  <a:pt x="34436" y="17218"/>
                </a:lnTo>
                <a:lnTo>
                  <a:pt x="34359" y="19004"/>
                </a:lnTo>
                <a:lnTo>
                  <a:pt x="34126" y="20718"/>
                </a:lnTo>
                <a:lnTo>
                  <a:pt x="33738" y="22358"/>
                </a:lnTo>
                <a:lnTo>
                  <a:pt x="33195" y="23926"/>
                </a:lnTo>
                <a:lnTo>
                  <a:pt x="32497" y="25422"/>
                </a:lnTo>
                <a:lnTo>
                  <a:pt x="31644" y="26844"/>
                </a:lnTo>
                <a:lnTo>
                  <a:pt x="30635" y="28194"/>
                </a:lnTo>
                <a:lnTo>
                  <a:pt x="29472" y="29472"/>
                </a:lnTo>
                <a:lnTo>
                  <a:pt x="28195" y="30635"/>
                </a:lnTo>
                <a:lnTo>
                  <a:pt x="26845" y="31644"/>
                </a:lnTo>
                <a:lnTo>
                  <a:pt x="25422" y="32497"/>
                </a:lnTo>
                <a:lnTo>
                  <a:pt x="23926" y="33195"/>
                </a:lnTo>
                <a:lnTo>
                  <a:pt x="22358" y="33738"/>
                </a:lnTo>
                <a:lnTo>
                  <a:pt x="20718" y="34126"/>
                </a:lnTo>
                <a:lnTo>
                  <a:pt x="19004" y="34359"/>
                </a:lnTo>
                <a:lnTo>
                  <a:pt x="17218" y="34436"/>
                </a:lnTo>
                <a:lnTo>
                  <a:pt x="15432" y="34359"/>
                </a:lnTo>
                <a:lnTo>
                  <a:pt x="13719" y="34126"/>
                </a:lnTo>
                <a:lnTo>
                  <a:pt x="12078" y="33738"/>
                </a:lnTo>
                <a:lnTo>
                  <a:pt x="10510" y="33195"/>
                </a:lnTo>
                <a:lnTo>
                  <a:pt x="9015" y="32497"/>
                </a:lnTo>
                <a:lnTo>
                  <a:pt x="7592" y="31644"/>
                </a:lnTo>
                <a:lnTo>
                  <a:pt x="6242" y="30635"/>
                </a:lnTo>
                <a:lnTo>
                  <a:pt x="4965" y="29472"/>
                </a:lnTo>
                <a:lnTo>
                  <a:pt x="4965" y="2947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164994" y="293261"/>
            <a:ext cx="100543" cy="100543"/>
          </a:xfrm>
          <a:custGeom>
            <a:avLst/>
            <a:gdLst/>
            <a:ahLst/>
            <a:cxnLst/>
            <a:rect l="l" t="t" r="r" b="b"/>
            <a:pathLst>
              <a:path w="100543" h="100543">
                <a:moveTo>
                  <a:pt x="50271" y="100543"/>
                </a:moveTo>
                <a:lnTo>
                  <a:pt x="47654" y="100481"/>
                </a:lnTo>
                <a:lnTo>
                  <a:pt x="45079" y="100296"/>
                </a:lnTo>
                <a:lnTo>
                  <a:pt x="42548" y="99987"/>
                </a:lnTo>
                <a:lnTo>
                  <a:pt x="40060" y="99554"/>
                </a:lnTo>
                <a:lnTo>
                  <a:pt x="37615" y="98997"/>
                </a:lnTo>
                <a:lnTo>
                  <a:pt x="35213" y="98316"/>
                </a:lnTo>
                <a:lnTo>
                  <a:pt x="32855" y="97512"/>
                </a:lnTo>
                <a:lnTo>
                  <a:pt x="30540" y="96584"/>
                </a:lnTo>
                <a:lnTo>
                  <a:pt x="28283" y="95550"/>
                </a:lnTo>
                <a:lnTo>
                  <a:pt x="26102" y="94424"/>
                </a:lnTo>
                <a:lnTo>
                  <a:pt x="23995" y="93209"/>
                </a:lnTo>
                <a:lnTo>
                  <a:pt x="21962" y="91903"/>
                </a:lnTo>
                <a:lnTo>
                  <a:pt x="20004" y="90507"/>
                </a:lnTo>
                <a:lnTo>
                  <a:pt x="18121" y="89020"/>
                </a:lnTo>
                <a:lnTo>
                  <a:pt x="16312" y="87443"/>
                </a:lnTo>
                <a:lnTo>
                  <a:pt x="14579" y="85776"/>
                </a:lnTo>
                <a:lnTo>
                  <a:pt x="12927" y="84027"/>
                </a:lnTo>
                <a:lnTo>
                  <a:pt x="11366" y="82206"/>
                </a:lnTo>
                <a:lnTo>
                  <a:pt x="9895" y="80312"/>
                </a:lnTo>
                <a:lnTo>
                  <a:pt x="8515" y="78345"/>
                </a:lnTo>
                <a:lnTo>
                  <a:pt x="7224" y="76306"/>
                </a:lnTo>
                <a:lnTo>
                  <a:pt x="6025" y="74194"/>
                </a:lnTo>
                <a:lnTo>
                  <a:pt x="4915" y="72009"/>
                </a:lnTo>
                <a:lnTo>
                  <a:pt x="3896" y="69752"/>
                </a:lnTo>
                <a:lnTo>
                  <a:pt x="2983" y="67441"/>
                </a:lnTo>
                <a:lnTo>
                  <a:pt x="2191" y="65094"/>
                </a:lnTo>
                <a:lnTo>
                  <a:pt x="1522" y="62712"/>
                </a:lnTo>
                <a:lnTo>
                  <a:pt x="974" y="60295"/>
                </a:lnTo>
                <a:lnTo>
                  <a:pt x="548" y="57842"/>
                </a:lnTo>
                <a:lnTo>
                  <a:pt x="243" y="55354"/>
                </a:lnTo>
                <a:lnTo>
                  <a:pt x="61" y="52831"/>
                </a:lnTo>
                <a:lnTo>
                  <a:pt x="0" y="50272"/>
                </a:lnTo>
                <a:lnTo>
                  <a:pt x="62" y="47684"/>
                </a:lnTo>
                <a:lnTo>
                  <a:pt x="247" y="45135"/>
                </a:lnTo>
                <a:lnTo>
                  <a:pt x="557" y="42625"/>
                </a:lnTo>
                <a:lnTo>
                  <a:pt x="990" y="40155"/>
                </a:lnTo>
                <a:lnTo>
                  <a:pt x="1546" y="37724"/>
                </a:lnTo>
                <a:lnTo>
                  <a:pt x="2227" y="35332"/>
                </a:lnTo>
                <a:lnTo>
                  <a:pt x="3031" y="32979"/>
                </a:lnTo>
                <a:lnTo>
                  <a:pt x="3959" y="30666"/>
                </a:lnTo>
                <a:lnTo>
                  <a:pt x="4994" y="28410"/>
                </a:lnTo>
                <a:lnTo>
                  <a:pt x="6119" y="26228"/>
                </a:lnTo>
                <a:lnTo>
                  <a:pt x="7334" y="24121"/>
                </a:lnTo>
                <a:lnTo>
                  <a:pt x="8640" y="22088"/>
                </a:lnTo>
                <a:lnTo>
                  <a:pt x="10036" y="20131"/>
                </a:lnTo>
                <a:lnTo>
                  <a:pt x="11523" y="18247"/>
                </a:lnTo>
                <a:lnTo>
                  <a:pt x="13100" y="16439"/>
                </a:lnTo>
                <a:lnTo>
                  <a:pt x="14767" y="14705"/>
                </a:lnTo>
                <a:lnTo>
                  <a:pt x="16516" y="13052"/>
                </a:lnTo>
                <a:lnTo>
                  <a:pt x="18337" y="11488"/>
                </a:lnTo>
                <a:lnTo>
                  <a:pt x="20231" y="10012"/>
                </a:lnTo>
                <a:lnTo>
                  <a:pt x="22198" y="8625"/>
                </a:lnTo>
                <a:lnTo>
                  <a:pt x="24237" y="7326"/>
                </a:lnTo>
                <a:lnTo>
                  <a:pt x="26349" y="6115"/>
                </a:lnTo>
                <a:lnTo>
                  <a:pt x="28534" y="4993"/>
                </a:lnTo>
                <a:lnTo>
                  <a:pt x="30791" y="3959"/>
                </a:lnTo>
                <a:lnTo>
                  <a:pt x="33102" y="3031"/>
                </a:lnTo>
                <a:lnTo>
                  <a:pt x="35449" y="2227"/>
                </a:lnTo>
                <a:lnTo>
                  <a:pt x="37831" y="1547"/>
                </a:lnTo>
                <a:lnTo>
                  <a:pt x="40248" y="990"/>
                </a:lnTo>
                <a:lnTo>
                  <a:pt x="42701" y="557"/>
                </a:lnTo>
                <a:lnTo>
                  <a:pt x="45189" y="248"/>
                </a:lnTo>
                <a:lnTo>
                  <a:pt x="47713" y="62"/>
                </a:lnTo>
                <a:lnTo>
                  <a:pt x="50271" y="0"/>
                </a:lnTo>
                <a:lnTo>
                  <a:pt x="52859" y="62"/>
                </a:lnTo>
                <a:lnTo>
                  <a:pt x="55408" y="248"/>
                </a:lnTo>
                <a:lnTo>
                  <a:pt x="57918" y="557"/>
                </a:lnTo>
                <a:lnTo>
                  <a:pt x="60388" y="990"/>
                </a:lnTo>
                <a:lnTo>
                  <a:pt x="62820" y="1547"/>
                </a:lnTo>
                <a:lnTo>
                  <a:pt x="65211" y="2227"/>
                </a:lnTo>
                <a:lnTo>
                  <a:pt x="67564" y="3031"/>
                </a:lnTo>
                <a:lnTo>
                  <a:pt x="69877" y="3959"/>
                </a:lnTo>
                <a:lnTo>
                  <a:pt x="72134" y="4993"/>
                </a:lnTo>
                <a:lnTo>
                  <a:pt x="74315" y="6115"/>
                </a:lnTo>
                <a:lnTo>
                  <a:pt x="76422" y="7326"/>
                </a:lnTo>
                <a:lnTo>
                  <a:pt x="78455" y="8625"/>
                </a:lnTo>
                <a:lnTo>
                  <a:pt x="80413" y="10012"/>
                </a:lnTo>
                <a:lnTo>
                  <a:pt x="82296" y="11488"/>
                </a:lnTo>
                <a:lnTo>
                  <a:pt x="84104" y="13052"/>
                </a:lnTo>
                <a:lnTo>
                  <a:pt x="85838" y="14705"/>
                </a:lnTo>
                <a:lnTo>
                  <a:pt x="87491" y="16439"/>
                </a:lnTo>
                <a:lnTo>
                  <a:pt x="89055" y="18247"/>
                </a:lnTo>
                <a:lnTo>
                  <a:pt x="90531" y="20131"/>
                </a:lnTo>
                <a:lnTo>
                  <a:pt x="91918" y="22088"/>
                </a:lnTo>
                <a:lnTo>
                  <a:pt x="93217" y="24121"/>
                </a:lnTo>
                <a:lnTo>
                  <a:pt x="94428" y="26228"/>
                </a:lnTo>
                <a:lnTo>
                  <a:pt x="95550" y="28410"/>
                </a:lnTo>
                <a:lnTo>
                  <a:pt x="96584" y="30666"/>
                </a:lnTo>
                <a:lnTo>
                  <a:pt x="97512" y="32979"/>
                </a:lnTo>
                <a:lnTo>
                  <a:pt x="98316" y="35332"/>
                </a:lnTo>
                <a:lnTo>
                  <a:pt x="98996" y="37724"/>
                </a:lnTo>
                <a:lnTo>
                  <a:pt x="99553" y="40155"/>
                </a:lnTo>
                <a:lnTo>
                  <a:pt x="99986" y="42625"/>
                </a:lnTo>
                <a:lnTo>
                  <a:pt x="100295" y="45135"/>
                </a:lnTo>
                <a:lnTo>
                  <a:pt x="100481" y="47684"/>
                </a:lnTo>
                <a:lnTo>
                  <a:pt x="100543" y="50272"/>
                </a:lnTo>
                <a:lnTo>
                  <a:pt x="100481" y="52831"/>
                </a:lnTo>
                <a:lnTo>
                  <a:pt x="100295" y="55354"/>
                </a:lnTo>
                <a:lnTo>
                  <a:pt x="99986" y="57842"/>
                </a:lnTo>
                <a:lnTo>
                  <a:pt x="99553" y="60295"/>
                </a:lnTo>
                <a:lnTo>
                  <a:pt x="98996" y="62712"/>
                </a:lnTo>
                <a:lnTo>
                  <a:pt x="98316" y="65094"/>
                </a:lnTo>
                <a:lnTo>
                  <a:pt x="97512" y="67441"/>
                </a:lnTo>
                <a:lnTo>
                  <a:pt x="96584" y="69752"/>
                </a:lnTo>
                <a:lnTo>
                  <a:pt x="95550" y="72009"/>
                </a:lnTo>
                <a:lnTo>
                  <a:pt x="94428" y="74194"/>
                </a:lnTo>
                <a:lnTo>
                  <a:pt x="93217" y="76306"/>
                </a:lnTo>
                <a:lnTo>
                  <a:pt x="91918" y="78345"/>
                </a:lnTo>
                <a:lnTo>
                  <a:pt x="90531" y="80312"/>
                </a:lnTo>
                <a:lnTo>
                  <a:pt x="89055" y="82206"/>
                </a:lnTo>
                <a:lnTo>
                  <a:pt x="87491" y="84027"/>
                </a:lnTo>
                <a:lnTo>
                  <a:pt x="85838" y="85776"/>
                </a:lnTo>
                <a:lnTo>
                  <a:pt x="84104" y="87443"/>
                </a:lnTo>
                <a:lnTo>
                  <a:pt x="82296" y="89020"/>
                </a:lnTo>
                <a:lnTo>
                  <a:pt x="80413" y="90507"/>
                </a:lnTo>
                <a:lnTo>
                  <a:pt x="78455" y="91903"/>
                </a:lnTo>
                <a:lnTo>
                  <a:pt x="76422" y="93209"/>
                </a:lnTo>
                <a:lnTo>
                  <a:pt x="74315" y="94424"/>
                </a:lnTo>
                <a:lnTo>
                  <a:pt x="72134" y="95550"/>
                </a:lnTo>
                <a:lnTo>
                  <a:pt x="69877" y="96584"/>
                </a:lnTo>
                <a:lnTo>
                  <a:pt x="67564" y="97512"/>
                </a:lnTo>
                <a:lnTo>
                  <a:pt x="65211" y="98316"/>
                </a:lnTo>
                <a:lnTo>
                  <a:pt x="62820" y="98997"/>
                </a:lnTo>
                <a:lnTo>
                  <a:pt x="60388" y="99554"/>
                </a:lnTo>
                <a:lnTo>
                  <a:pt x="57918" y="99987"/>
                </a:lnTo>
                <a:lnTo>
                  <a:pt x="55408" y="100296"/>
                </a:lnTo>
                <a:lnTo>
                  <a:pt x="52859" y="100481"/>
                </a:lnTo>
                <a:lnTo>
                  <a:pt x="50271" y="100543"/>
                </a:lnTo>
                <a:lnTo>
                  <a:pt x="50271" y="1005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4799" y="231393"/>
            <a:ext cx="854148" cy="154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60" b="1">
                <a:solidFill>
                  <a:srgbClr val="FFFFFF"/>
                </a:solidFill>
                <a:latin typeface="Arial"/>
              </a:rPr>
              <a:t>User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799" y="353821"/>
            <a:ext cx="665173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E4F2F8"/>
                </a:solidFill>
                <a:latin typeface="Arial"/>
              </a:rPr>
              <a:t>asked in CN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9700" y="584198"/>
            <a:ext cx="939797" cy="4317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D4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5099" y="639570"/>
            <a:ext cx="504544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柑橘黄龙病有哪些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99" y="750059"/>
            <a:ext cx="45100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有效防治药剂？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397" y="561338"/>
            <a:ext cx="406907" cy="12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>
                <a:solidFill>
                  <a:srgbClr val="52616A"/>
                </a:solidFill>
                <a:latin typeface="Arial"/>
              </a:rPr>
              <a:t>example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" y="1092196"/>
            <a:ext cx="990597" cy="534668"/>
          </a:xfrm>
          <a:prstGeom prst="roundRect">
            <a:avLst>
              <a:gd name="adj" fmla="val 10000"/>
            </a:avLst>
          </a:prstGeom>
          <a:solidFill>
            <a:srgbClr val="E4F2F8"/>
          </a:solidFill>
          <a:ln w="7620">
            <a:solidFill>
              <a:srgbClr val="287D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7799" y="1130423"/>
            <a:ext cx="936038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Intent confirm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199" y="1255518"/>
            <a:ext cx="932888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detect ambiguity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3199" y="1366007"/>
            <a:ext cx="82580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ask to clarify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3199" y="1476497"/>
            <a:ext cx="82580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1–3 candidates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598" y="1652264"/>
            <a:ext cx="0" cy="63500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4300" y="1753864"/>
            <a:ext cx="990597" cy="534668"/>
          </a:xfrm>
          <a:prstGeom prst="roundRect">
            <a:avLst>
              <a:gd name="adj" fmla="val 10000"/>
            </a:avLst>
          </a:prstGeom>
          <a:solidFill>
            <a:srgbClr val="F0EDFA"/>
          </a:solidFill>
          <a:ln w="7620">
            <a:solidFill>
              <a:srgbClr val="777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7799" y="1792091"/>
            <a:ext cx="874621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Query rewrite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3199" y="1917186"/>
            <a:ext cx="932888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faithful CN → 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3199" y="2027675"/>
            <a:ext cx="71871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no rewriting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3199" y="2138165"/>
            <a:ext cx="879345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intent-anchored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44596" y="177799"/>
            <a:ext cx="1159506" cy="330199"/>
          </a:xfrm>
          <a:prstGeom prst="roundRect">
            <a:avLst>
              <a:gd name="adj" fmla="val 10000"/>
            </a:avLst>
          </a:prstGeom>
          <a:solidFill>
            <a:srgbClr val="4F8868"/>
          </a:solidFill>
          <a:ln w="889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393716" y="322167"/>
            <a:ext cx="30163" cy="9552"/>
          </a:xfrm>
          <a:custGeom>
            <a:avLst/>
            <a:gdLst/>
            <a:ahLst/>
            <a:cxnLst/>
            <a:rect l="l" t="t" r="r" b="b"/>
            <a:pathLst>
              <a:path w="30163" h="9552">
                <a:moveTo>
                  <a:pt x="0" y="9552"/>
                </a:moveTo>
                <a:lnTo>
                  <a:pt x="0" y="3519"/>
                </a:lnTo>
                <a:lnTo>
                  <a:pt x="1039" y="3093"/>
                </a:lnTo>
                <a:lnTo>
                  <a:pt x="2085" y="2695"/>
                </a:lnTo>
                <a:lnTo>
                  <a:pt x="3137" y="2324"/>
                </a:lnTo>
                <a:lnTo>
                  <a:pt x="4194" y="1980"/>
                </a:lnTo>
                <a:lnTo>
                  <a:pt x="5258" y="1664"/>
                </a:lnTo>
                <a:lnTo>
                  <a:pt x="6327" y="1375"/>
                </a:lnTo>
                <a:lnTo>
                  <a:pt x="7402" y="1114"/>
                </a:lnTo>
                <a:lnTo>
                  <a:pt x="8483" y="880"/>
                </a:lnTo>
                <a:lnTo>
                  <a:pt x="9574" y="674"/>
                </a:lnTo>
                <a:lnTo>
                  <a:pt x="10678" y="495"/>
                </a:lnTo>
                <a:lnTo>
                  <a:pt x="11797" y="344"/>
                </a:lnTo>
                <a:lnTo>
                  <a:pt x="12929" y="220"/>
                </a:lnTo>
                <a:lnTo>
                  <a:pt x="14075" y="124"/>
                </a:lnTo>
                <a:lnTo>
                  <a:pt x="15234" y="55"/>
                </a:lnTo>
                <a:lnTo>
                  <a:pt x="16408" y="14"/>
                </a:lnTo>
                <a:lnTo>
                  <a:pt x="17595" y="0"/>
                </a:lnTo>
                <a:lnTo>
                  <a:pt x="18410" y="8"/>
                </a:lnTo>
                <a:lnTo>
                  <a:pt x="19221" y="32"/>
                </a:lnTo>
                <a:lnTo>
                  <a:pt x="20028" y="71"/>
                </a:lnTo>
                <a:lnTo>
                  <a:pt x="20831" y="126"/>
                </a:lnTo>
                <a:lnTo>
                  <a:pt x="21630" y="197"/>
                </a:lnTo>
                <a:lnTo>
                  <a:pt x="22425" y="283"/>
                </a:lnTo>
                <a:lnTo>
                  <a:pt x="23217" y="385"/>
                </a:lnTo>
                <a:lnTo>
                  <a:pt x="24004" y="503"/>
                </a:lnTo>
                <a:lnTo>
                  <a:pt x="24788" y="633"/>
                </a:lnTo>
                <a:lnTo>
                  <a:pt x="25567" y="770"/>
                </a:lnTo>
                <a:lnTo>
                  <a:pt x="26343" y="916"/>
                </a:lnTo>
                <a:lnTo>
                  <a:pt x="27115" y="1069"/>
                </a:lnTo>
                <a:lnTo>
                  <a:pt x="27883" y="1230"/>
                </a:lnTo>
                <a:lnTo>
                  <a:pt x="28647" y="1399"/>
                </a:lnTo>
                <a:lnTo>
                  <a:pt x="29407" y="1575"/>
                </a:lnTo>
                <a:lnTo>
                  <a:pt x="30163" y="1760"/>
                </a:lnTo>
                <a:lnTo>
                  <a:pt x="30163" y="7290"/>
                </a:lnTo>
                <a:lnTo>
                  <a:pt x="29408" y="7016"/>
                </a:lnTo>
                <a:lnTo>
                  <a:pt x="28651" y="6760"/>
                </a:lnTo>
                <a:lnTo>
                  <a:pt x="27892" y="6521"/>
                </a:lnTo>
                <a:lnTo>
                  <a:pt x="27131" y="6300"/>
                </a:lnTo>
                <a:lnTo>
                  <a:pt x="26368" y="6097"/>
                </a:lnTo>
                <a:lnTo>
                  <a:pt x="25603" y="5911"/>
                </a:lnTo>
                <a:lnTo>
                  <a:pt x="24836" y="5743"/>
                </a:lnTo>
                <a:lnTo>
                  <a:pt x="24067" y="5593"/>
                </a:lnTo>
                <a:lnTo>
                  <a:pt x="23292" y="5461"/>
                </a:lnTo>
                <a:lnTo>
                  <a:pt x="22508" y="5346"/>
                </a:lnTo>
                <a:lnTo>
                  <a:pt x="21714" y="5249"/>
                </a:lnTo>
                <a:lnTo>
                  <a:pt x="20909" y="5169"/>
                </a:lnTo>
                <a:lnTo>
                  <a:pt x="20096" y="5107"/>
                </a:lnTo>
                <a:lnTo>
                  <a:pt x="19272" y="5063"/>
                </a:lnTo>
                <a:lnTo>
                  <a:pt x="18438" y="5036"/>
                </a:lnTo>
                <a:lnTo>
                  <a:pt x="17595" y="5028"/>
                </a:lnTo>
                <a:lnTo>
                  <a:pt x="16407" y="5046"/>
                </a:lnTo>
                <a:lnTo>
                  <a:pt x="15230" y="5102"/>
                </a:lnTo>
                <a:lnTo>
                  <a:pt x="14066" y="5195"/>
                </a:lnTo>
                <a:lnTo>
                  <a:pt x="12913" y="5326"/>
                </a:lnTo>
                <a:lnTo>
                  <a:pt x="11772" y="5494"/>
                </a:lnTo>
                <a:lnTo>
                  <a:pt x="10643" y="5699"/>
                </a:lnTo>
                <a:lnTo>
                  <a:pt x="9526" y="5942"/>
                </a:lnTo>
                <a:lnTo>
                  <a:pt x="8420" y="6222"/>
                </a:lnTo>
                <a:lnTo>
                  <a:pt x="7326" y="6535"/>
                </a:lnTo>
                <a:lnTo>
                  <a:pt x="6244" y="6877"/>
                </a:lnTo>
                <a:lnTo>
                  <a:pt x="5174" y="7250"/>
                </a:lnTo>
                <a:lnTo>
                  <a:pt x="4116" y="7651"/>
                </a:lnTo>
                <a:lnTo>
                  <a:pt x="3069" y="8082"/>
                </a:lnTo>
                <a:lnTo>
                  <a:pt x="2034" y="8543"/>
                </a:lnTo>
                <a:lnTo>
                  <a:pt x="1011" y="9033"/>
                </a:lnTo>
                <a:lnTo>
                  <a:pt x="0" y="9552"/>
                </a:lnTo>
                <a:lnTo>
                  <a:pt x="0" y="95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1393716" y="349817"/>
            <a:ext cx="30163" cy="9551"/>
          </a:xfrm>
          <a:custGeom>
            <a:avLst/>
            <a:gdLst/>
            <a:ahLst/>
            <a:cxnLst/>
            <a:rect l="l" t="t" r="r" b="b"/>
            <a:pathLst>
              <a:path w="30163" h="9551">
                <a:moveTo>
                  <a:pt x="0" y="9551"/>
                </a:moveTo>
                <a:lnTo>
                  <a:pt x="0" y="3393"/>
                </a:lnTo>
                <a:lnTo>
                  <a:pt x="1039" y="2982"/>
                </a:lnTo>
                <a:lnTo>
                  <a:pt x="2085" y="2598"/>
                </a:lnTo>
                <a:lnTo>
                  <a:pt x="3137" y="2240"/>
                </a:lnTo>
                <a:lnTo>
                  <a:pt x="4194" y="1909"/>
                </a:lnTo>
                <a:lnTo>
                  <a:pt x="5258" y="1604"/>
                </a:lnTo>
                <a:lnTo>
                  <a:pt x="6327" y="1325"/>
                </a:lnTo>
                <a:lnTo>
                  <a:pt x="7402" y="1073"/>
                </a:lnTo>
                <a:lnTo>
                  <a:pt x="8483" y="848"/>
                </a:lnTo>
                <a:lnTo>
                  <a:pt x="9574" y="649"/>
                </a:lnTo>
                <a:lnTo>
                  <a:pt x="10678" y="477"/>
                </a:lnTo>
                <a:lnTo>
                  <a:pt x="11797" y="331"/>
                </a:lnTo>
                <a:lnTo>
                  <a:pt x="12929" y="212"/>
                </a:lnTo>
                <a:lnTo>
                  <a:pt x="14075" y="119"/>
                </a:lnTo>
                <a:lnTo>
                  <a:pt x="15234" y="53"/>
                </a:lnTo>
                <a:lnTo>
                  <a:pt x="16408" y="13"/>
                </a:lnTo>
                <a:lnTo>
                  <a:pt x="17595" y="0"/>
                </a:lnTo>
                <a:lnTo>
                  <a:pt x="18410" y="8"/>
                </a:lnTo>
                <a:lnTo>
                  <a:pt x="19221" y="31"/>
                </a:lnTo>
                <a:lnTo>
                  <a:pt x="20028" y="70"/>
                </a:lnTo>
                <a:lnTo>
                  <a:pt x="20831" y="125"/>
                </a:lnTo>
                <a:lnTo>
                  <a:pt x="21630" y="196"/>
                </a:lnTo>
                <a:lnTo>
                  <a:pt x="22425" y="283"/>
                </a:lnTo>
                <a:lnTo>
                  <a:pt x="23217" y="385"/>
                </a:lnTo>
                <a:lnTo>
                  <a:pt x="24004" y="502"/>
                </a:lnTo>
                <a:lnTo>
                  <a:pt x="24788" y="632"/>
                </a:lnTo>
                <a:lnTo>
                  <a:pt x="25567" y="770"/>
                </a:lnTo>
                <a:lnTo>
                  <a:pt x="26343" y="915"/>
                </a:lnTo>
                <a:lnTo>
                  <a:pt x="27115" y="1068"/>
                </a:lnTo>
                <a:lnTo>
                  <a:pt x="27883" y="1229"/>
                </a:lnTo>
                <a:lnTo>
                  <a:pt x="28647" y="1398"/>
                </a:lnTo>
                <a:lnTo>
                  <a:pt x="29407" y="1575"/>
                </a:lnTo>
                <a:lnTo>
                  <a:pt x="30163" y="1759"/>
                </a:lnTo>
                <a:lnTo>
                  <a:pt x="30163" y="7289"/>
                </a:lnTo>
                <a:lnTo>
                  <a:pt x="29408" y="7015"/>
                </a:lnTo>
                <a:lnTo>
                  <a:pt x="28651" y="6759"/>
                </a:lnTo>
                <a:lnTo>
                  <a:pt x="27892" y="6520"/>
                </a:lnTo>
                <a:lnTo>
                  <a:pt x="27131" y="6299"/>
                </a:lnTo>
                <a:lnTo>
                  <a:pt x="26368" y="6096"/>
                </a:lnTo>
                <a:lnTo>
                  <a:pt x="25603" y="5911"/>
                </a:lnTo>
                <a:lnTo>
                  <a:pt x="24836" y="5743"/>
                </a:lnTo>
                <a:lnTo>
                  <a:pt x="24067" y="5592"/>
                </a:lnTo>
                <a:lnTo>
                  <a:pt x="23292" y="5460"/>
                </a:lnTo>
                <a:lnTo>
                  <a:pt x="22508" y="5345"/>
                </a:lnTo>
                <a:lnTo>
                  <a:pt x="21714" y="5248"/>
                </a:lnTo>
                <a:lnTo>
                  <a:pt x="20909" y="5168"/>
                </a:lnTo>
                <a:lnTo>
                  <a:pt x="20096" y="5106"/>
                </a:lnTo>
                <a:lnTo>
                  <a:pt x="19272" y="5062"/>
                </a:lnTo>
                <a:lnTo>
                  <a:pt x="18438" y="5036"/>
                </a:lnTo>
                <a:lnTo>
                  <a:pt x="17595" y="5027"/>
                </a:lnTo>
                <a:lnTo>
                  <a:pt x="16407" y="5045"/>
                </a:lnTo>
                <a:lnTo>
                  <a:pt x="15230" y="5098"/>
                </a:lnTo>
                <a:lnTo>
                  <a:pt x="14066" y="5186"/>
                </a:lnTo>
                <a:lnTo>
                  <a:pt x="12913" y="5310"/>
                </a:lnTo>
                <a:lnTo>
                  <a:pt x="11772" y="5469"/>
                </a:lnTo>
                <a:lnTo>
                  <a:pt x="10643" y="5663"/>
                </a:lnTo>
                <a:lnTo>
                  <a:pt x="9526" y="5893"/>
                </a:lnTo>
                <a:lnTo>
                  <a:pt x="8420" y="6158"/>
                </a:lnTo>
                <a:lnTo>
                  <a:pt x="7326" y="6458"/>
                </a:lnTo>
                <a:lnTo>
                  <a:pt x="6244" y="6794"/>
                </a:lnTo>
                <a:lnTo>
                  <a:pt x="5174" y="7165"/>
                </a:lnTo>
                <a:lnTo>
                  <a:pt x="4116" y="7572"/>
                </a:lnTo>
                <a:lnTo>
                  <a:pt x="3069" y="8014"/>
                </a:lnTo>
                <a:lnTo>
                  <a:pt x="2034" y="8491"/>
                </a:lnTo>
                <a:lnTo>
                  <a:pt x="1011" y="9003"/>
                </a:lnTo>
                <a:lnTo>
                  <a:pt x="0" y="9551"/>
                </a:lnTo>
                <a:lnTo>
                  <a:pt x="0" y="95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393716" y="335992"/>
            <a:ext cx="30163" cy="9552"/>
          </a:xfrm>
          <a:custGeom>
            <a:avLst/>
            <a:gdLst/>
            <a:ahLst/>
            <a:cxnLst/>
            <a:rect l="l" t="t" r="r" b="b"/>
            <a:pathLst>
              <a:path w="30163" h="9552">
                <a:moveTo>
                  <a:pt x="0" y="9552"/>
                </a:moveTo>
                <a:lnTo>
                  <a:pt x="0" y="3519"/>
                </a:lnTo>
                <a:lnTo>
                  <a:pt x="1039" y="3093"/>
                </a:lnTo>
                <a:lnTo>
                  <a:pt x="2085" y="2694"/>
                </a:lnTo>
                <a:lnTo>
                  <a:pt x="3137" y="2323"/>
                </a:lnTo>
                <a:lnTo>
                  <a:pt x="4194" y="1980"/>
                </a:lnTo>
                <a:lnTo>
                  <a:pt x="5258" y="1663"/>
                </a:lnTo>
                <a:lnTo>
                  <a:pt x="6327" y="1375"/>
                </a:lnTo>
                <a:lnTo>
                  <a:pt x="7402" y="1114"/>
                </a:lnTo>
                <a:lnTo>
                  <a:pt x="8483" y="880"/>
                </a:lnTo>
                <a:lnTo>
                  <a:pt x="9574" y="674"/>
                </a:lnTo>
                <a:lnTo>
                  <a:pt x="10678" y="495"/>
                </a:lnTo>
                <a:lnTo>
                  <a:pt x="11797" y="344"/>
                </a:lnTo>
                <a:lnTo>
                  <a:pt x="12929" y="220"/>
                </a:lnTo>
                <a:lnTo>
                  <a:pt x="14075" y="124"/>
                </a:lnTo>
                <a:lnTo>
                  <a:pt x="15234" y="55"/>
                </a:lnTo>
                <a:lnTo>
                  <a:pt x="16408" y="14"/>
                </a:lnTo>
                <a:lnTo>
                  <a:pt x="17595" y="0"/>
                </a:lnTo>
                <a:lnTo>
                  <a:pt x="18410" y="8"/>
                </a:lnTo>
                <a:lnTo>
                  <a:pt x="19221" y="32"/>
                </a:lnTo>
                <a:lnTo>
                  <a:pt x="20028" y="71"/>
                </a:lnTo>
                <a:lnTo>
                  <a:pt x="20831" y="126"/>
                </a:lnTo>
                <a:lnTo>
                  <a:pt x="21630" y="196"/>
                </a:lnTo>
                <a:lnTo>
                  <a:pt x="22425" y="283"/>
                </a:lnTo>
                <a:lnTo>
                  <a:pt x="23217" y="385"/>
                </a:lnTo>
                <a:lnTo>
                  <a:pt x="24004" y="503"/>
                </a:lnTo>
                <a:lnTo>
                  <a:pt x="24788" y="632"/>
                </a:lnTo>
                <a:lnTo>
                  <a:pt x="25567" y="770"/>
                </a:lnTo>
                <a:lnTo>
                  <a:pt x="26343" y="915"/>
                </a:lnTo>
                <a:lnTo>
                  <a:pt x="27115" y="1068"/>
                </a:lnTo>
                <a:lnTo>
                  <a:pt x="27883" y="1229"/>
                </a:lnTo>
                <a:lnTo>
                  <a:pt x="28647" y="1398"/>
                </a:lnTo>
                <a:lnTo>
                  <a:pt x="29407" y="1575"/>
                </a:lnTo>
                <a:lnTo>
                  <a:pt x="30163" y="1760"/>
                </a:lnTo>
                <a:lnTo>
                  <a:pt x="30163" y="7289"/>
                </a:lnTo>
                <a:lnTo>
                  <a:pt x="29408" y="7016"/>
                </a:lnTo>
                <a:lnTo>
                  <a:pt x="28651" y="6759"/>
                </a:lnTo>
                <a:lnTo>
                  <a:pt x="27892" y="6521"/>
                </a:lnTo>
                <a:lnTo>
                  <a:pt x="27131" y="6300"/>
                </a:lnTo>
                <a:lnTo>
                  <a:pt x="26368" y="6097"/>
                </a:lnTo>
                <a:lnTo>
                  <a:pt x="25603" y="5911"/>
                </a:lnTo>
                <a:lnTo>
                  <a:pt x="24836" y="5743"/>
                </a:lnTo>
                <a:lnTo>
                  <a:pt x="24067" y="5593"/>
                </a:lnTo>
                <a:lnTo>
                  <a:pt x="23292" y="5460"/>
                </a:lnTo>
                <a:lnTo>
                  <a:pt x="22508" y="5345"/>
                </a:lnTo>
                <a:lnTo>
                  <a:pt x="21714" y="5248"/>
                </a:lnTo>
                <a:lnTo>
                  <a:pt x="20909" y="5169"/>
                </a:lnTo>
                <a:lnTo>
                  <a:pt x="20096" y="5107"/>
                </a:lnTo>
                <a:lnTo>
                  <a:pt x="19272" y="5063"/>
                </a:lnTo>
                <a:lnTo>
                  <a:pt x="18438" y="5036"/>
                </a:lnTo>
                <a:lnTo>
                  <a:pt x="17595" y="5027"/>
                </a:lnTo>
                <a:lnTo>
                  <a:pt x="16407" y="5046"/>
                </a:lnTo>
                <a:lnTo>
                  <a:pt x="15230" y="5102"/>
                </a:lnTo>
                <a:lnTo>
                  <a:pt x="14066" y="5195"/>
                </a:lnTo>
                <a:lnTo>
                  <a:pt x="12913" y="5326"/>
                </a:lnTo>
                <a:lnTo>
                  <a:pt x="11772" y="5494"/>
                </a:lnTo>
                <a:lnTo>
                  <a:pt x="10643" y="5699"/>
                </a:lnTo>
                <a:lnTo>
                  <a:pt x="9526" y="5941"/>
                </a:lnTo>
                <a:lnTo>
                  <a:pt x="8420" y="6221"/>
                </a:lnTo>
                <a:lnTo>
                  <a:pt x="7326" y="6534"/>
                </a:lnTo>
                <a:lnTo>
                  <a:pt x="6244" y="6877"/>
                </a:lnTo>
                <a:lnTo>
                  <a:pt x="5174" y="7249"/>
                </a:lnTo>
                <a:lnTo>
                  <a:pt x="4116" y="7651"/>
                </a:lnTo>
                <a:lnTo>
                  <a:pt x="3069" y="8082"/>
                </a:lnTo>
                <a:lnTo>
                  <a:pt x="2034" y="8542"/>
                </a:lnTo>
                <a:lnTo>
                  <a:pt x="1011" y="9032"/>
                </a:lnTo>
                <a:lnTo>
                  <a:pt x="0" y="9552"/>
                </a:lnTo>
                <a:lnTo>
                  <a:pt x="0" y="95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387683" y="310856"/>
            <a:ext cx="43736" cy="61583"/>
          </a:xfrm>
          <a:custGeom>
            <a:avLst/>
            <a:gdLst/>
            <a:ahLst/>
            <a:cxnLst/>
            <a:rect l="l" t="t" r="r" b="b"/>
            <a:pathLst>
              <a:path w="43736" h="61583">
                <a:moveTo>
                  <a:pt x="0" y="61583"/>
                </a:moveTo>
                <a:lnTo>
                  <a:pt x="1567" y="60822"/>
                </a:lnTo>
                <a:lnTo>
                  <a:pt x="3126" y="60110"/>
                </a:lnTo>
                <a:lnTo>
                  <a:pt x="4678" y="59447"/>
                </a:lnTo>
                <a:lnTo>
                  <a:pt x="6221" y="58834"/>
                </a:lnTo>
                <a:lnTo>
                  <a:pt x="7757" y="58269"/>
                </a:lnTo>
                <a:lnTo>
                  <a:pt x="9285" y="57754"/>
                </a:lnTo>
                <a:lnTo>
                  <a:pt x="10805" y="57287"/>
                </a:lnTo>
                <a:lnTo>
                  <a:pt x="12317" y="56870"/>
                </a:lnTo>
                <a:lnTo>
                  <a:pt x="13837" y="56502"/>
                </a:lnTo>
                <a:lnTo>
                  <a:pt x="15380" y="56183"/>
                </a:lnTo>
                <a:lnTo>
                  <a:pt x="16947" y="55913"/>
                </a:lnTo>
                <a:lnTo>
                  <a:pt x="18538" y="55692"/>
                </a:lnTo>
                <a:lnTo>
                  <a:pt x="20152" y="55520"/>
                </a:lnTo>
                <a:lnTo>
                  <a:pt x="21790" y="55397"/>
                </a:lnTo>
                <a:lnTo>
                  <a:pt x="23451" y="55324"/>
                </a:lnTo>
                <a:lnTo>
                  <a:pt x="25136" y="55299"/>
                </a:lnTo>
                <a:lnTo>
                  <a:pt x="26335" y="55311"/>
                </a:lnTo>
                <a:lnTo>
                  <a:pt x="27543" y="55346"/>
                </a:lnTo>
                <a:lnTo>
                  <a:pt x="28762" y="55405"/>
                </a:lnTo>
                <a:lnTo>
                  <a:pt x="29990" y="55488"/>
                </a:lnTo>
                <a:lnTo>
                  <a:pt x="31228" y="55594"/>
                </a:lnTo>
                <a:lnTo>
                  <a:pt x="32476" y="55723"/>
                </a:lnTo>
                <a:lnTo>
                  <a:pt x="33734" y="55876"/>
                </a:lnTo>
                <a:lnTo>
                  <a:pt x="35002" y="56053"/>
                </a:lnTo>
                <a:lnTo>
                  <a:pt x="36252" y="56249"/>
                </a:lnTo>
                <a:lnTo>
                  <a:pt x="37456" y="56462"/>
                </a:lnTo>
                <a:lnTo>
                  <a:pt x="38616" y="56689"/>
                </a:lnTo>
                <a:lnTo>
                  <a:pt x="39730" y="56933"/>
                </a:lnTo>
                <a:lnTo>
                  <a:pt x="40800" y="57192"/>
                </a:lnTo>
                <a:lnTo>
                  <a:pt x="41824" y="57467"/>
                </a:lnTo>
                <a:lnTo>
                  <a:pt x="42803" y="57758"/>
                </a:lnTo>
                <a:lnTo>
                  <a:pt x="43736" y="58064"/>
                </a:lnTo>
                <a:lnTo>
                  <a:pt x="43736" y="4148"/>
                </a:lnTo>
                <a:lnTo>
                  <a:pt x="42661" y="3631"/>
                </a:lnTo>
                <a:lnTo>
                  <a:pt x="41570" y="3150"/>
                </a:lnTo>
                <a:lnTo>
                  <a:pt x="40464" y="2704"/>
                </a:lnTo>
                <a:lnTo>
                  <a:pt x="39343" y="2294"/>
                </a:lnTo>
                <a:lnTo>
                  <a:pt x="38207" y="1919"/>
                </a:lnTo>
                <a:lnTo>
                  <a:pt x="37057" y="1579"/>
                </a:lnTo>
                <a:lnTo>
                  <a:pt x="35891" y="1275"/>
                </a:lnTo>
                <a:lnTo>
                  <a:pt x="34710" y="1006"/>
                </a:lnTo>
                <a:lnTo>
                  <a:pt x="33521" y="770"/>
                </a:lnTo>
                <a:lnTo>
                  <a:pt x="32329" y="566"/>
                </a:lnTo>
                <a:lnTo>
                  <a:pt x="31136" y="393"/>
                </a:lnTo>
                <a:lnTo>
                  <a:pt x="29940" y="252"/>
                </a:lnTo>
                <a:lnTo>
                  <a:pt x="28742" y="142"/>
                </a:lnTo>
                <a:lnTo>
                  <a:pt x="27542" y="63"/>
                </a:lnTo>
                <a:lnTo>
                  <a:pt x="26340" y="16"/>
                </a:lnTo>
                <a:lnTo>
                  <a:pt x="25136" y="0"/>
                </a:lnTo>
                <a:lnTo>
                  <a:pt x="23446" y="33"/>
                </a:lnTo>
                <a:lnTo>
                  <a:pt x="21770" y="130"/>
                </a:lnTo>
                <a:lnTo>
                  <a:pt x="20108" y="292"/>
                </a:lnTo>
                <a:lnTo>
                  <a:pt x="18459" y="519"/>
                </a:lnTo>
                <a:lnTo>
                  <a:pt x="16824" y="810"/>
                </a:lnTo>
                <a:lnTo>
                  <a:pt x="15203" y="1167"/>
                </a:lnTo>
                <a:lnTo>
                  <a:pt x="13596" y="1588"/>
                </a:lnTo>
                <a:lnTo>
                  <a:pt x="12002" y="2074"/>
                </a:lnTo>
                <a:lnTo>
                  <a:pt x="10427" y="2619"/>
                </a:lnTo>
                <a:lnTo>
                  <a:pt x="8872" y="3217"/>
                </a:lnTo>
                <a:lnTo>
                  <a:pt x="7340" y="3868"/>
                </a:lnTo>
                <a:lnTo>
                  <a:pt x="5828" y="4572"/>
                </a:lnTo>
                <a:lnTo>
                  <a:pt x="4339" y="5329"/>
                </a:lnTo>
                <a:lnTo>
                  <a:pt x="2871" y="6139"/>
                </a:lnTo>
                <a:lnTo>
                  <a:pt x="1425" y="7002"/>
                </a:lnTo>
                <a:lnTo>
                  <a:pt x="0" y="7918"/>
                </a:lnTo>
                <a:lnTo>
                  <a:pt x="0" y="61583"/>
                </a:lnTo>
                <a:lnTo>
                  <a:pt x="0" y="615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328363" y="303316"/>
            <a:ext cx="110597" cy="80434"/>
          </a:xfrm>
          <a:custGeom>
            <a:avLst/>
            <a:gdLst/>
            <a:ahLst/>
            <a:cxnLst/>
            <a:rect l="l" t="t" r="r" b="b"/>
            <a:pathLst>
              <a:path w="110597" h="80434">
                <a:moveTo>
                  <a:pt x="55550" y="80434"/>
                </a:moveTo>
                <a:lnTo>
                  <a:pt x="53930" y="79274"/>
                </a:lnTo>
                <a:lnTo>
                  <a:pt x="52274" y="78184"/>
                </a:lnTo>
                <a:lnTo>
                  <a:pt x="50583" y="77161"/>
                </a:lnTo>
                <a:lnTo>
                  <a:pt x="48857" y="76208"/>
                </a:lnTo>
                <a:lnTo>
                  <a:pt x="47096" y="75323"/>
                </a:lnTo>
                <a:lnTo>
                  <a:pt x="45299" y="74508"/>
                </a:lnTo>
                <a:lnTo>
                  <a:pt x="43467" y="73760"/>
                </a:lnTo>
                <a:lnTo>
                  <a:pt x="41599" y="73082"/>
                </a:lnTo>
                <a:lnTo>
                  <a:pt x="39708" y="72478"/>
                </a:lnTo>
                <a:lnTo>
                  <a:pt x="37805" y="71955"/>
                </a:lnTo>
                <a:lnTo>
                  <a:pt x="35891" y="71512"/>
                </a:lnTo>
                <a:lnTo>
                  <a:pt x="33964" y="71150"/>
                </a:lnTo>
                <a:lnTo>
                  <a:pt x="32026" y="70868"/>
                </a:lnTo>
                <a:lnTo>
                  <a:pt x="30076" y="70666"/>
                </a:lnTo>
                <a:lnTo>
                  <a:pt x="28114" y="70546"/>
                </a:lnTo>
                <a:lnTo>
                  <a:pt x="26141" y="70505"/>
                </a:lnTo>
                <a:lnTo>
                  <a:pt x="24995" y="70523"/>
                </a:lnTo>
                <a:lnTo>
                  <a:pt x="23855" y="70576"/>
                </a:lnTo>
                <a:lnTo>
                  <a:pt x="22720" y="70664"/>
                </a:lnTo>
                <a:lnTo>
                  <a:pt x="21590" y="70788"/>
                </a:lnTo>
                <a:lnTo>
                  <a:pt x="20465" y="70947"/>
                </a:lnTo>
                <a:lnTo>
                  <a:pt x="19345" y="71142"/>
                </a:lnTo>
                <a:lnTo>
                  <a:pt x="18230" y="71371"/>
                </a:lnTo>
                <a:lnTo>
                  <a:pt x="17121" y="71637"/>
                </a:lnTo>
                <a:lnTo>
                  <a:pt x="16014" y="71927"/>
                </a:lnTo>
                <a:lnTo>
                  <a:pt x="14909" y="72234"/>
                </a:lnTo>
                <a:lnTo>
                  <a:pt x="13804" y="72556"/>
                </a:lnTo>
                <a:lnTo>
                  <a:pt x="12700" y="72893"/>
                </a:lnTo>
                <a:lnTo>
                  <a:pt x="11598" y="73247"/>
                </a:lnTo>
                <a:lnTo>
                  <a:pt x="10496" y="73616"/>
                </a:lnTo>
                <a:lnTo>
                  <a:pt x="9395" y="74001"/>
                </a:lnTo>
                <a:lnTo>
                  <a:pt x="8295" y="74401"/>
                </a:lnTo>
                <a:lnTo>
                  <a:pt x="7572" y="74698"/>
                </a:lnTo>
                <a:lnTo>
                  <a:pt x="6856" y="74896"/>
                </a:lnTo>
                <a:lnTo>
                  <a:pt x="6146" y="74996"/>
                </a:lnTo>
                <a:lnTo>
                  <a:pt x="5443" y="74998"/>
                </a:lnTo>
                <a:lnTo>
                  <a:pt x="4747" y="74902"/>
                </a:lnTo>
                <a:lnTo>
                  <a:pt x="4056" y="74708"/>
                </a:lnTo>
                <a:lnTo>
                  <a:pt x="3373" y="74415"/>
                </a:lnTo>
                <a:lnTo>
                  <a:pt x="2696" y="74024"/>
                </a:lnTo>
                <a:lnTo>
                  <a:pt x="2064" y="73561"/>
                </a:lnTo>
                <a:lnTo>
                  <a:pt x="1516" y="73050"/>
                </a:lnTo>
                <a:lnTo>
                  <a:pt x="1053" y="72493"/>
                </a:lnTo>
                <a:lnTo>
                  <a:pt x="674" y="71888"/>
                </a:lnTo>
                <a:lnTo>
                  <a:pt x="379" y="71236"/>
                </a:lnTo>
                <a:lnTo>
                  <a:pt x="168" y="70537"/>
                </a:lnTo>
                <a:lnTo>
                  <a:pt x="42" y="69791"/>
                </a:lnTo>
                <a:lnTo>
                  <a:pt x="0" y="68997"/>
                </a:lnTo>
                <a:lnTo>
                  <a:pt x="0" y="10808"/>
                </a:lnTo>
                <a:lnTo>
                  <a:pt x="13" y="10342"/>
                </a:lnTo>
                <a:lnTo>
                  <a:pt x="55" y="9885"/>
                </a:lnTo>
                <a:lnTo>
                  <a:pt x="123" y="9438"/>
                </a:lnTo>
                <a:lnTo>
                  <a:pt x="220" y="9001"/>
                </a:lnTo>
                <a:lnTo>
                  <a:pt x="343" y="8574"/>
                </a:lnTo>
                <a:lnTo>
                  <a:pt x="495" y="8157"/>
                </a:lnTo>
                <a:lnTo>
                  <a:pt x="673" y="7749"/>
                </a:lnTo>
                <a:lnTo>
                  <a:pt x="879" y="7352"/>
                </a:lnTo>
                <a:lnTo>
                  <a:pt x="1113" y="6970"/>
                </a:lnTo>
                <a:lnTo>
                  <a:pt x="1374" y="6610"/>
                </a:lnTo>
                <a:lnTo>
                  <a:pt x="1663" y="6271"/>
                </a:lnTo>
                <a:lnTo>
                  <a:pt x="1979" y="5954"/>
                </a:lnTo>
                <a:lnTo>
                  <a:pt x="2323" y="5658"/>
                </a:lnTo>
                <a:lnTo>
                  <a:pt x="2694" y="5384"/>
                </a:lnTo>
                <a:lnTo>
                  <a:pt x="3093" y="5132"/>
                </a:lnTo>
                <a:lnTo>
                  <a:pt x="3519" y="4901"/>
                </a:lnTo>
                <a:lnTo>
                  <a:pt x="4845" y="4293"/>
                </a:lnTo>
                <a:lnTo>
                  <a:pt x="6185" y="3727"/>
                </a:lnTo>
                <a:lnTo>
                  <a:pt x="7539" y="3201"/>
                </a:lnTo>
                <a:lnTo>
                  <a:pt x="8907" y="2717"/>
                </a:lnTo>
                <a:lnTo>
                  <a:pt x="10289" y="2275"/>
                </a:lnTo>
                <a:lnTo>
                  <a:pt x="11684" y="1873"/>
                </a:lnTo>
                <a:lnTo>
                  <a:pt x="13093" y="1513"/>
                </a:lnTo>
                <a:lnTo>
                  <a:pt x="14516" y="1194"/>
                </a:lnTo>
                <a:lnTo>
                  <a:pt x="15948" y="914"/>
                </a:lnTo>
                <a:lnTo>
                  <a:pt x="17387" y="671"/>
                </a:lnTo>
                <a:lnTo>
                  <a:pt x="18831" y="466"/>
                </a:lnTo>
                <a:lnTo>
                  <a:pt x="20281" y="298"/>
                </a:lnTo>
                <a:lnTo>
                  <a:pt x="21737" y="168"/>
                </a:lnTo>
                <a:lnTo>
                  <a:pt x="23199" y="74"/>
                </a:lnTo>
                <a:lnTo>
                  <a:pt x="24667" y="18"/>
                </a:lnTo>
                <a:lnTo>
                  <a:pt x="26141" y="0"/>
                </a:lnTo>
                <a:lnTo>
                  <a:pt x="28113" y="33"/>
                </a:lnTo>
                <a:lnTo>
                  <a:pt x="30072" y="133"/>
                </a:lnTo>
                <a:lnTo>
                  <a:pt x="32017" y="300"/>
                </a:lnTo>
                <a:lnTo>
                  <a:pt x="33949" y="534"/>
                </a:lnTo>
                <a:lnTo>
                  <a:pt x="35866" y="834"/>
                </a:lnTo>
                <a:lnTo>
                  <a:pt x="37770" y="1201"/>
                </a:lnTo>
                <a:lnTo>
                  <a:pt x="39660" y="1635"/>
                </a:lnTo>
                <a:lnTo>
                  <a:pt x="41537" y="2136"/>
                </a:lnTo>
                <a:lnTo>
                  <a:pt x="43391" y="2706"/>
                </a:lnTo>
                <a:lnTo>
                  <a:pt x="45217" y="3346"/>
                </a:lnTo>
                <a:lnTo>
                  <a:pt x="47012" y="4057"/>
                </a:lnTo>
                <a:lnTo>
                  <a:pt x="48779" y="4838"/>
                </a:lnTo>
                <a:lnTo>
                  <a:pt x="50516" y="5691"/>
                </a:lnTo>
                <a:lnTo>
                  <a:pt x="52223" y="6613"/>
                </a:lnTo>
                <a:lnTo>
                  <a:pt x="53901" y="7607"/>
                </a:lnTo>
                <a:lnTo>
                  <a:pt x="55550" y="8671"/>
                </a:lnTo>
                <a:lnTo>
                  <a:pt x="57167" y="7607"/>
                </a:lnTo>
                <a:lnTo>
                  <a:pt x="58813" y="6613"/>
                </a:lnTo>
                <a:lnTo>
                  <a:pt x="60489" y="5691"/>
                </a:lnTo>
                <a:lnTo>
                  <a:pt x="62195" y="4838"/>
                </a:lnTo>
                <a:lnTo>
                  <a:pt x="63930" y="4057"/>
                </a:lnTo>
                <a:lnTo>
                  <a:pt x="65694" y="3346"/>
                </a:lnTo>
                <a:lnTo>
                  <a:pt x="67488" y="2706"/>
                </a:lnTo>
                <a:lnTo>
                  <a:pt x="69312" y="2136"/>
                </a:lnTo>
                <a:lnTo>
                  <a:pt x="71156" y="1635"/>
                </a:lnTo>
                <a:lnTo>
                  <a:pt x="73015" y="1201"/>
                </a:lnTo>
                <a:lnTo>
                  <a:pt x="74888" y="834"/>
                </a:lnTo>
                <a:lnTo>
                  <a:pt x="76774" y="534"/>
                </a:lnTo>
                <a:lnTo>
                  <a:pt x="78674" y="300"/>
                </a:lnTo>
                <a:lnTo>
                  <a:pt x="80587" y="133"/>
                </a:lnTo>
                <a:lnTo>
                  <a:pt x="82515" y="33"/>
                </a:lnTo>
                <a:lnTo>
                  <a:pt x="84456" y="0"/>
                </a:lnTo>
                <a:lnTo>
                  <a:pt x="85934" y="18"/>
                </a:lnTo>
                <a:lnTo>
                  <a:pt x="87403" y="74"/>
                </a:lnTo>
                <a:lnTo>
                  <a:pt x="88863" y="168"/>
                </a:lnTo>
                <a:lnTo>
                  <a:pt x="90314" y="298"/>
                </a:lnTo>
                <a:lnTo>
                  <a:pt x="91756" y="466"/>
                </a:lnTo>
                <a:lnTo>
                  <a:pt x="93190" y="671"/>
                </a:lnTo>
                <a:lnTo>
                  <a:pt x="94614" y="914"/>
                </a:lnTo>
                <a:lnTo>
                  <a:pt x="96030" y="1194"/>
                </a:lnTo>
                <a:lnTo>
                  <a:pt x="97435" y="1513"/>
                </a:lnTo>
                <a:lnTo>
                  <a:pt x="98829" y="1873"/>
                </a:lnTo>
                <a:lnTo>
                  <a:pt x="100211" y="2275"/>
                </a:lnTo>
                <a:lnTo>
                  <a:pt x="101582" y="2717"/>
                </a:lnTo>
                <a:lnTo>
                  <a:pt x="102942" y="3201"/>
                </a:lnTo>
                <a:lnTo>
                  <a:pt x="104290" y="3727"/>
                </a:lnTo>
                <a:lnTo>
                  <a:pt x="105627" y="4293"/>
                </a:lnTo>
                <a:lnTo>
                  <a:pt x="106952" y="4901"/>
                </a:lnTo>
                <a:lnTo>
                  <a:pt x="107379" y="5132"/>
                </a:lnTo>
                <a:lnTo>
                  <a:pt x="107781" y="5384"/>
                </a:lnTo>
                <a:lnTo>
                  <a:pt x="108157" y="5658"/>
                </a:lnTo>
                <a:lnTo>
                  <a:pt x="108508" y="5954"/>
                </a:lnTo>
                <a:lnTo>
                  <a:pt x="108833" y="6271"/>
                </a:lnTo>
                <a:lnTo>
                  <a:pt x="109132" y="6610"/>
                </a:lnTo>
                <a:lnTo>
                  <a:pt x="109406" y="6970"/>
                </a:lnTo>
                <a:lnTo>
                  <a:pt x="109654" y="7352"/>
                </a:lnTo>
                <a:lnTo>
                  <a:pt x="109875" y="7749"/>
                </a:lnTo>
                <a:lnTo>
                  <a:pt x="110067" y="8157"/>
                </a:lnTo>
                <a:lnTo>
                  <a:pt x="110229" y="8574"/>
                </a:lnTo>
                <a:lnTo>
                  <a:pt x="110361" y="9001"/>
                </a:lnTo>
                <a:lnTo>
                  <a:pt x="110464" y="9438"/>
                </a:lnTo>
                <a:lnTo>
                  <a:pt x="110538" y="9885"/>
                </a:lnTo>
                <a:lnTo>
                  <a:pt x="110582" y="10342"/>
                </a:lnTo>
                <a:lnTo>
                  <a:pt x="110597" y="10808"/>
                </a:lnTo>
                <a:lnTo>
                  <a:pt x="110597" y="68997"/>
                </a:lnTo>
                <a:lnTo>
                  <a:pt x="110553" y="69847"/>
                </a:lnTo>
                <a:lnTo>
                  <a:pt x="110420" y="70645"/>
                </a:lnTo>
                <a:lnTo>
                  <a:pt x="110199" y="71391"/>
                </a:lnTo>
                <a:lnTo>
                  <a:pt x="109890" y="72084"/>
                </a:lnTo>
                <a:lnTo>
                  <a:pt x="109492" y="72724"/>
                </a:lnTo>
                <a:lnTo>
                  <a:pt x="109006" y="73313"/>
                </a:lnTo>
                <a:lnTo>
                  <a:pt x="108432" y="73849"/>
                </a:lnTo>
                <a:lnTo>
                  <a:pt x="107769" y="74332"/>
                </a:lnTo>
                <a:lnTo>
                  <a:pt x="107063" y="74733"/>
                </a:lnTo>
                <a:lnTo>
                  <a:pt x="106359" y="75022"/>
                </a:lnTo>
                <a:lnTo>
                  <a:pt x="105657" y="75199"/>
                </a:lnTo>
                <a:lnTo>
                  <a:pt x="104957" y="75264"/>
                </a:lnTo>
                <a:lnTo>
                  <a:pt x="104259" y="75217"/>
                </a:lnTo>
                <a:lnTo>
                  <a:pt x="103563" y="75057"/>
                </a:lnTo>
                <a:lnTo>
                  <a:pt x="102869" y="74785"/>
                </a:lnTo>
                <a:lnTo>
                  <a:pt x="102177" y="74401"/>
                </a:lnTo>
                <a:lnTo>
                  <a:pt x="101106" y="73972"/>
                </a:lnTo>
                <a:lnTo>
                  <a:pt x="100030" y="73565"/>
                </a:lnTo>
                <a:lnTo>
                  <a:pt x="98950" y="73179"/>
                </a:lnTo>
                <a:lnTo>
                  <a:pt x="97865" y="72815"/>
                </a:lnTo>
                <a:lnTo>
                  <a:pt x="96775" y="72472"/>
                </a:lnTo>
                <a:lnTo>
                  <a:pt x="95680" y="72151"/>
                </a:lnTo>
                <a:lnTo>
                  <a:pt x="94580" y="71852"/>
                </a:lnTo>
                <a:lnTo>
                  <a:pt x="93476" y="71574"/>
                </a:lnTo>
                <a:lnTo>
                  <a:pt x="92366" y="71323"/>
                </a:lnTo>
                <a:lnTo>
                  <a:pt x="91252" y="71106"/>
                </a:lnTo>
                <a:lnTo>
                  <a:pt x="90132" y="70923"/>
                </a:lnTo>
                <a:lnTo>
                  <a:pt x="89007" y="70772"/>
                </a:lnTo>
                <a:lnTo>
                  <a:pt x="87877" y="70656"/>
                </a:lnTo>
                <a:lnTo>
                  <a:pt x="86742" y="70572"/>
                </a:lnTo>
                <a:lnTo>
                  <a:pt x="85601" y="70522"/>
                </a:lnTo>
                <a:lnTo>
                  <a:pt x="84456" y="70505"/>
                </a:lnTo>
                <a:lnTo>
                  <a:pt x="82486" y="70547"/>
                </a:lnTo>
                <a:lnTo>
                  <a:pt x="80536" y="70670"/>
                </a:lnTo>
                <a:lnTo>
                  <a:pt x="78606" y="70877"/>
                </a:lnTo>
                <a:lnTo>
                  <a:pt x="76695" y="71165"/>
                </a:lnTo>
                <a:lnTo>
                  <a:pt x="74804" y="71536"/>
                </a:lnTo>
                <a:lnTo>
                  <a:pt x="72933" y="71990"/>
                </a:lnTo>
                <a:lnTo>
                  <a:pt x="71081" y="72526"/>
                </a:lnTo>
                <a:lnTo>
                  <a:pt x="69249" y="73145"/>
                </a:lnTo>
                <a:lnTo>
                  <a:pt x="67440" y="73836"/>
                </a:lnTo>
                <a:lnTo>
                  <a:pt x="65659" y="74590"/>
                </a:lnTo>
                <a:lnTo>
                  <a:pt x="63905" y="75407"/>
                </a:lnTo>
                <a:lnTo>
                  <a:pt x="62179" y="76287"/>
                </a:lnTo>
                <a:lnTo>
                  <a:pt x="60481" y="77229"/>
                </a:lnTo>
                <a:lnTo>
                  <a:pt x="58810" y="78235"/>
                </a:lnTo>
                <a:lnTo>
                  <a:pt x="57166" y="79303"/>
                </a:lnTo>
                <a:lnTo>
                  <a:pt x="55550" y="80434"/>
                </a:lnTo>
                <a:lnTo>
                  <a:pt x="55550" y="804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73195" y="226059"/>
            <a:ext cx="643126" cy="16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Local RAG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73195" y="353821"/>
            <a:ext cx="77225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E7F1E5"/>
                </a:solidFill>
                <a:latin typeface="Arial"/>
              </a:rPr>
              <a:t>authoritative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82696" y="584198"/>
            <a:ext cx="1083306" cy="534668"/>
          </a:xfrm>
          <a:prstGeom prst="roundRect">
            <a:avLst>
              <a:gd name="adj" fmla="val 10000"/>
            </a:avLst>
          </a:prstGeom>
          <a:solidFill>
            <a:srgbClr val="E7F1E5"/>
          </a:solidFill>
          <a:ln w="762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360641" y="659609"/>
            <a:ext cx="71433" cy="31748"/>
          </a:xfrm>
          <a:custGeom>
            <a:avLst/>
            <a:gdLst/>
            <a:ahLst/>
            <a:cxnLst/>
            <a:rect l="l" t="t" r="r" b="b"/>
            <a:pathLst>
              <a:path w="71433" h="31748">
                <a:moveTo>
                  <a:pt x="61561" y="26887"/>
                </a:moveTo>
                <a:lnTo>
                  <a:pt x="63875" y="25651"/>
                </a:lnTo>
                <a:lnTo>
                  <a:pt x="65880" y="24376"/>
                </a:lnTo>
                <a:lnTo>
                  <a:pt x="67577" y="23059"/>
                </a:lnTo>
                <a:lnTo>
                  <a:pt x="68965" y="21703"/>
                </a:lnTo>
                <a:lnTo>
                  <a:pt x="70044" y="20306"/>
                </a:lnTo>
                <a:lnTo>
                  <a:pt x="70816" y="18869"/>
                </a:lnTo>
                <a:lnTo>
                  <a:pt x="71278" y="17392"/>
                </a:lnTo>
                <a:lnTo>
                  <a:pt x="71433" y="15874"/>
                </a:lnTo>
                <a:lnTo>
                  <a:pt x="71278" y="14334"/>
                </a:lnTo>
                <a:lnTo>
                  <a:pt x="70816" y="12839"/>
                </a:lnTo>
                <a:lnTo>
                  <a:pt x="70044" y="11389"/>
                </a:lnTo>
                <a:lnTo>
                  <a:pt x="68965" y="9984"/>
                </a:lnTo>
                <a:lnTo>
                  <a:pt x="67577" y="8623"/>
                </a:lnTo>
                <a:lnTo>
                  <a:pt x="65880" y="7308"/>
                </a:lnTo>
                <a:lnTo>
                  <a:pt x="63875" y="6038"/>
                </a:lnTo>
                <a:lnTo>
                  <a:pt x="61561" y="4812"/>
                </a:lnTo>
                <a:lnTo>
                  <a:pt x="58998" y="3684"/>
                </a:lnTo>
                <a:lnTo>
                  <a:pt x="56244" y="2707"/>
                </a:lnTo>
                <a:lnTo>
                  <a:pt x="53299" y="1880"/>
                </a:lnTo>
                <a:lnTo>
                  <a:pt x="50164" y="1203"/>
                </a:lnTo>
                <a:lnTo>
                  <a:pt x="46838" y="677"/>
                </a:lnTo>
                <a:lnTo>
                  <a:pt x="43321" y="301"/>
                </a:lnTo>
                <a:lnTo>
                  <a:pt x="39614" y="76"/>
                </a:lnTo>
                <a:lnTo>
                  <a:pt x="35716" y="0"/>
                </a:lnTo>
                <a:lnTo>
                  <a:pt x="31818" y="76"/>
                </a:lnTo>
                <a:lnTo>
                  <a:pt x="28111" y="301"/>
                </a:lnTo>
                <a:lnTo>
                  <a:pt x="24594" y="677"/>
                </a:lnTo>
                <a:lnTo>
                  <a:pt x="21269" y="1203"/>
                </a:lnTo>
                <a:lnTo>
                  <a:pt x="18133" y="1880"/>
                </a:lnTo>
                <a:lnTo>
                  <a:pt x="15189" y="2707"/>
                </a:lnTo>
                <a:lnTo>
                  <a:pt x="12435" y="3684"/>
                </a:lnTo>
                <a:lnTo>
                  <a:pt x="9872" y="4812"/>
                </a:lnTo>
                <a:lnTo>
                  <a:pt x="7558" y="6038"/>
                </a:lnTo>
                <a:lnTo>
                  <a:pt x="5553" y="7308"/>
                </a:lnTo>
                <a:lnTo>
                  <a:pt x="3856" y="8623"/>
                </a:lnTo>
                <a:lnTo>
                  <a:pt x="2468" y="9984"/>
                </a:lnTo>
                <a:lnTo>
                  <a:pt x="1388" y="11389"/>
                </a:lnTo>
                <a:lnTo>
                  <a:pt x="617" y="12839"/>
                </a:lnTo>
                <a:lnTo>
                  <a:pt x="154" y="14334"/>
                </a:lnTo>
                <a:lnTo>
                  <a:pt x="0" y="15874"/>
                </a:lnTo>
                <a:lnTo>
                  <a:pt x="154" y="17392"/>
                </a:lnTo>
                <a:lnTo>
                  <a:pt x="617" y="18869"/>
                </a:lnTo>
                <a:lnTo>
                  <a:pt x="1388" y="20306"/>
                </a:lnTo>
                <a:lnTo>
                  <a:pt x="2468" y="21703"/>
                </a:lnTo>
                <a:lnTo>
                  <a:pt x="3856" y="23059"/>
                </a:lnTo>
                <a:lnTo>
                  <a:pt x="5553" y="24376"/>
                </a:lnTo>
                <a:lnTo>
                  <a:pt x="7558" y="25651"/>
                </a:lnTo>
                <a:lnTo>
                  <a:pt x="9872" y="26887"/>
                </a:lnTo>
                <a:lnTo>
                  <a:pt x="12435" y="28026"/>
                </a:lnTo>
                <a:lnTo>
                  <a:pt x="15189" y="29014"/>
                </a:lnTo>
                <a:lnTo>
                  <a:pt x="18133" y="29849"/>
                </a:lnTo>
                <a:lnTo>
                  <a:pt x="21269" y="30533"/>
                </a:lnTo>
                <a:lnTo>
                  <a:pt x="24594" y="31065"/>
                </a:lnTo>
                <a:lnTo>
                  <a:pt x="28111" y="31444"/>
                </a:lnTo>
                <a:lnTo>
                  <a:pt x="31818" y="31672"/>
                </a:lnTo>
                <a:lnTo>
                  <a:pt x="35716" y="31748"/>
                </a:lnTo>
                <a:lnTo>
                  <a:pt x="39614" y="31672"/>
                </a:lnTo>
                <a:lnTo>
                  <a:pt x="43321" y="31444"/>
                </a:lnTo>
                <a:lnTo>
                  <a:pt x="46838" y="31065"/>
                </a:lnTo>
                <a:lnTo>
                  <a:pt x="50164" y="30533"/>
                </a:lnTo>
                <a:lnTo>
                  <a:pt x="53299" y="29849"/>
                </a:lnTo>
                <a:lnTo>
                  <a:pt x="56244" y="29014"/>
                </a:lnTo>
                <a:lnTo>
                  <a:pt x="58998" y="28026"/>
                </a:lnTo>
                <a:lnTo>
                  <a:pt x="61561" y="26887"/>
                </a:lnTo>
                <a:lnTo>
                  <a:pt x="61561" y="26887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360641" y="686397"/>
            <a:ext cx="71433" cy="24803"/>
          </a:xfrm>
          <a:custGeom>
            <a:avLst/>
            <a:gdLst/>
            <a:ahLst/>
            <a:cxnLst/>
            <a:rect l="l" t="t" r="r" b="b"/>
            <a:pathLst>
              <a:path w="71433" h="24803">
                <a:moveTo>
                  <a:pt x="46828" y="14038"/>
                </a:moveTo>
                <a:lnTo>
                  <a:pt x="48356" y="13813"/>
                </a:lnTo>
                <a:lnTo>
                  <a:pt x="49863" y="13558"/>
                </a:lnTo>
                <a:lnTo>
                  <a:pt x="51351" y="13273"/>
                </a:lnTo>
                <a:lnTo>
                  <a:pt x="52818" y="12959"/>
                </a:lnTo>
                <a:lnTo>
                  <a:pt x="54265" y="12616"/>
                </a:lnTo>
                <a:lnTo>
                  <a:pt x="55692" y="12243"/>
                </a:lnTo>
                <a:lnTo>
                  <a:pt x="57099" y="11841"/>
                </a:lnTo>
                <a:lnTo>
                  <a:pt x="58485" y="11409"/>
                </a:lnTo>
                <a:lnTo>
                  <a:pt x="59834" y="10946"/>
                </a:lnTo>
                <a:lnTo>
                  <a:pt x="61127" y="10451"/>
                </a:lnTo>
                <a:lnTo>
                  <a:pt x="62364" y="9923"/>
                </a:lnTo>
                <a:lnTo>
                  <a:pt x="63545" y="9363"/>
                </a:lnTo>
                <a:lnTo>
                  <a:pt x="64671" y="8770"/>
                </a:lnTo>
                <a:lnTo>
                  <a:pt x="65740" y="8144"/>
                </a:lnTo>
                <a:lnTo>
                  <a:pt x="66754" y="7486"/>
                </a:lnTo>
                <a:lnTo>
                  <a:pt x="67712" y="6796"/>
                </a:lnTo>
                <a:lnTo>
                  <a:pt x="68584" y="6071"/>
                </a:lnTo>
                <a:lnTo>
                  <a:pt x="69340" y="5311"/>
                </a:lnTo>
                <a:lnTo>
                  <a:pt x="69979" y="4515"/>
                </a:lnTo>
                <a:lnTo>
                  <a:pt x="70503" y="3683"/>
                </a:lnTo>
                <a:lnTo>
                  <a:pt x="70909" y="2816"/>
                </a:lnTo>
                <a:lnTo>
                  <a:pt x="71200" y="1913"/>
                </a:lnTo>
                <a:lnTo>
                  <a:pt x="71374" y="974"/>
                </a:lnTo>
                <a:lnTo>
                  <a:pt x="71433" y="0"/>
                </a:lnTo>
                <a:lnTo>
                  <a:pt x="71433" y="9921"/>
                </a:lnTo>
                <a:lnTo>
                  <a:pt x="71374" y="10895"/>
                </a:lnTo>
                <a:lnTo>
                  <a:pt x="71200" y="11834"/>
                </a:lnTo>
                <a:lnTo>
                  <a:pt x="70909" y="12737"/>
                </a:lnTo>
                <a:lnTo>
                  <a:pt x="70503" y="13604"/>
                </a:lnTo>
                <a:lnTo>
                  <a:pt x="69979" y="14436"/>
                </a:lnTo>
                <a:lnTo>
                  <a:pt x="69340" y="15232"/>
                </a:lnTo>
                <a:lnTo>
                  <a:pt x="68584" y="15992"/>
                </a:lnTo>
                <a:lnTo>
                  <a:pt x="67712" y="16717"/>
                </a:lnTo>
                <a:lnTo>
                  <a:pt x="66754" y="17407"/>
                </a:lnTo>
                <a:lnTo>
                  <a:pt x="65740" y="18066"/>
                </a:lnTo>
                <a:lnTo>
                  <a:pt x="64671" y="18691"/>
                </a:lnTo>
                <a:lnTo>
                  <a:pt x="63545" y="19284"/>
                </a:lnTo>
                <a:lnTo>
                  <a:pt x="62364" y="19844"/>
                </a:lnTo>
                <a:lnTo>
                  <a:pt x="61127" y="20372"/>
                </a:lnTo>
                <a:lnTo>
                  <a:pt x="59834" y="20867"/>
                </a:lnTo>
                <a:lnTo>
                  <a:pt x="58485" y="21330"/>
                </a:lnTo>
                <a:lnTo>
                  <a:pt x="57099" y="21762"/>
                </a:lnTo>
                <a:lnTo>
                  <a:pt x="55692" y="22164"/>
                </a:lnTo>
                <a:lnTo>
                  <a:pt x="54265" y="22537"/>
                </a:lnTo>
                <a:lnTo>
                  <a:pt x="52818" y="22880"/>
                </a:lnTo>
                <a:lnTo>
                  <a:pt x="51351" y="23194"/>
                </a:lnTo>
                <a:lnTo>
                  <a:pt x="49863" y="23479"/>
                </a:lnTo>
                <a:lnTo>
                  <a:pt x="48356" y="23734"/>
                </a:lnTo>
                <a:lnTo>
                  <a:pt x="46828" y="23959"/>
                </a:lnTo>
                <a:lnTo>
                  <a:pt x="45310" y="24157"/>
                </a:lnTo>
                <a:lnTo>
                  <a:pt x="43830" y="24328"/>
                </a:lnTo>
                <a:lnTo>
                  <a:pt x="42389" y="24473"/>
                </a:lnTo>
                <a:lnTo>
                  <a:pt x="40987" y="24592"/>
                </a:lnTo>
                <a:lnTo>
                  <a:pt x="39624" y="24684"/>
                </a:lnTo>
                <a:lnTo>
                  <a:pt x="38299" y="24750"/>
                </a:lnTo>
                <a:lnTo>
                  <a:pt x="37013" y="24789"/>
                </a:lnTo>
                <a:lnTo>
                  <a:pt x="35766" y="24803"/>
                </a:lnTo>
                <a:lnTo>
                  <a:pt x="34518" y="24789"/>
                </a:lnTo>
                <a:lnTo>
                  <a:pt x="33230" y="24750"/>
                </a:lnTo>
                <a:lnTo>
                  <a:pt x="31901" y="24684"/>
                </a:lnTo>
                <a:lnTo>
                  <a:pt x="30532" y="24592"/>
                </a:lnTo>
                <a:lnTo>
                  <a:pt x="29123" y="24473"/>
                </a:lnTo>
                <a:lnTo>
                  <a:pt x="27674" y="24328"/>
                </a:lnTo>
                <a:lnTo>
                  <a:pt x="26184" y="24157"/>
                </a:lnTo>
                <a:lnTo>
                  <a:pt x="24654" y="23959"/>
                </a:lnTo>
                <a:lnTo>
                  <a:pt x="23115" y="23733"/>
                </a:lnTo>
                <a:lnTo>
                  <a:pt x="21597" y="23476"/>
                </a:lnTo>
                <a:lnTo>
                  <a:pt x="20101" y="23187"/>
                </a:lnTo>
                <a:lnTo>
                  <a:pt x="18627" y="22868"/>
                </a:lnTo>
                <a:lnTo>
                  <a:pt x="17174" y="22518"/>
                </a:lnTo>
                <a:lnTo>
                  <a:pt x="15744" y="22136"/>
                </a:lnTo>
                <a:lnTo>
                  <a:pt x="14335" y="21724"/>
                </a:lnTo>
                <a:lnTo>
                  <a:pt x="12947" y="21281"/>
                </a:lnTo>
                <a:lnTo>
                  <a:pt x="11598" y="20806"/>
                </a:lnTo>
                <a:lnTo>
                  <a:pt x="10306" y="20301"/>
                </a:lnTo>
                <a:lnTo>
                  <a:pt x="9069" y="19765"/>
                </a:lnTo>
                <a:lnTo>
                  <a:pt x="7887" y="19197"/>
                </a:lnTo>
                <a:lnTo>
                  <a:pt x="6762" y="18599"/>
                </a:lnTo>
                <a:lnTo>
                  <a:pt x="5692" y="17969"/>
                </a:lnTo>
                <a:lnTo>
                  <a:pt x="4678" y="17309"/>
                </a:lnTo>
                <a:lnTo>
                  <a:pt x="3720" y="16618"/>
                </a:lnTo>
                <a:lnTo>
                  <a:pt x="2848" y="15894"/>
                </a:lnTo>
                <a:lnTo>
                  <a:pt x="2093" y="15139"/>
                </a:lnTo>
                <a:lnTo>
                  <a:pt x="1453" y="14351"/>
                </a:lnTo>
                <a:lnTo>
                  <a:pt x="930" y="13530"/>
                </a:lnTo>
                <a:lnTo>
                  <a:pt x="523" y="12676"/>
                </a:lnTo>
                <a:lnTo>
                  <a:pt x="232" y="11790"/>
                </a:lnTo>
                <a:lnTo>
                  <a:pt x="58" y="10872"/>
                </a:lnTo>
                <a:lnTo>
                  <a:pt x="0" y="9921"/>
                </a:lnTo>
                <a:lnTo>
                  <a:pt x="0" y="0"/>
                </a:lnTo>
                <a:lnTo>
                  <a:pt x="58" y="951"/>
                </a:lnTo>
                <a:lnTo>
                  <a:pt x="232" y="1869"/>
                </a:lnTo>
                <a:lnTo>
                  <a:pt x="523" y="2755"/>
                </a:lnTo>
                <a:lnTo>
                  <a:pt x="930" y="3608"/>
                </a:lnTo>
                <a:lnTo>
                  <a:pt x="1453" y="4429"/>
                </a:lnTo>
                <a:lnTo>
                  <a:pt x="2093" y="5218"/>
                </a:lnTo>
                <a:lnTo>
                  <a:pt x="2848" y="5973"/>
                </a:lnTo>
                <a:lnTo>
                  <a:pt x="3720" y="6696"/>
                </a:lnTo>
                <a:lnTo>
                  <a:pt x="4678" y="7388"/>
                </a:lnTo>
                <a:lnTo>
                  <a:pt x="5692" y="8048"/>
                </a:lnTo>
                <a:lnTo>
                  <a:pt x="6762" y="8678"/>
                </a:lnTo>
                <a:lnTo>
                  <a:pt x="7887" y="9276"/>
                </a:lnTo>
                <a:lnTo>
                  <a:pt x="9069" y="9843"/>
                </a:lnTo>
                <a:lnTo>
                  <a:pt x="10306" y="10380"/>
                </a:lnTo>
                <a:lnTo>
                  <a:pt x="11598" y="10885"/>
                </a:lnTo>
                <a:lnTo>
                  <a:pt x="12947" y="11359"/>
                </a:lnTo>
                <a:lnTo>
                  <a:pt x="14335" y="11803"/>
                </a:lnTo>
                <a:lnTo>
                  <a:pt x="15744" y="12215"/>
                </a:lnTo>
                <a:lnTo>
                  <a:pt x="17174" y="12596"/>
                </a:lnTo>
                <a:lnTo>
                  <a:pt x="18627" y="12947"/>
                </a:lnTo>
                <a:lnTo>
                  <a:pt x="20101" y="13266"/>
                </a:lnTo>
                <a:lnTo>
                  <a:pt x="21597" y="13554"/>
                </a:lnTo>
                <a:lnTo>
                  <a:pt x="23115" y="13812"/>
                </a:lnTo>
                <a:lnTo>
                  <a:pt x="24654" y="14038"/>
                </a:lnTo>
                <a:lnTo>
                  <a:pt x="26184" y="14236"/>
                </a:lnTo>
                <a:lnTo>
                  <a:pt x="27674" y="14407"/>
                </a:lnTo>
                <a:lnTo>
                  <a:pt x="29123" y="14552"/>
                </a:lnTo>
                <a:lnTo>
                  <a:pt x="30532" y="14671"/>
                </a:lnTo>
                <a:lnTo>
                  <a:pt x="31901" y="14763"/>
                </a:lnTo>
                <a:lnTo>
                  <a:pt x="33230" y="14829"/>
                </a:lnTo>
                <a:lnTo>
                  <a:pt x="34518" y="14868"/>
                </a:lnTo>
                <a:lnTo>
                  <a:pt x="35766" y="14881"/>
                </a:lnTo>
                <a:lnTo>
                  <a:pt x="37013" y="14868"/>
                </a:lnTo>
                <a:lnTo>
                  <a:pt x="38299" y="14829"/>
                </a:lnTo>
                <a:lnTo>
                  <a:pt x="39624" y="14763"/>
                </a:lnTo>
                <a:lnTo>
                  <a:pt x="40987" y="14671"/>
                </a:lnTo>
                <a:lnTo>
                  <a:pt x="42389" y="14552"/>
                </a:lnTo>
                <a:lnTo>
                  <a:pt x="43830" y="14407"/>
                </a:lnTo>
                <a:lnTo>
                  <a:pt x="45310" y="14236"/>
                </a:lnTo>
                <a:lnTo>
                  <a:pt x="46828" y="14038"/>
                </a:lnTo>
                <a:lnTo>
                  <a:pt x="46828" y="14038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1360641" y="706239"/>
            <a:ext cx="71433" cy="24803"/>
          </a:xfrm>
          <a:custGeom>
            <a:avLst/>
            <a:gdLst/>
            <a:ahLst/>
            <a:cxnLst/>
            <a:rect l="l" t="t" r="r" b="b"/>
            <a:pathLst>
              <a:path w="71433" h="24803">
                <a:moveTo>
                  <a:pt x="46828" y="14039"/>
                </a:moveTo>
                <a:lnTo>
                  <a:pt x="48356" y="13813"/>
                </a:lnTo>
                <a:lnTo>
                  <a:pt x="49863" y="13558"/>
                </a:lnTo>
                <a:lnTo>
                  <a:pt x="51351" y="13274"/>
                </a:lnTo>
                <a:lnTo>
                  <a:pt x="52818" y="12960"/>
                </a:lnTo>
                <a:lnTo>
                  <a:pt x="54265" y="12616"/>
                </a:lnTo>
                <a:lnTo>
                  <a:pt x="55692" y="12243"/>
                </a:lnTo>
                <a:lnTo>
                  <a:pt x="57099" y="11841"/>
                </a:lnTo>
                <a:lnTo>
                  <a:pt x="58485" y="11409"/>
                </a:lnTo>
                <a:lnTo>
                  <a:pt x="59834" y="10947"/>
                </a:lnTo>
                <a:lnTo>
                  <a:pt x="61127" y="10451"/>
                </a:lnTo>
                <a:lnTo>
                  <a:pt x="62364" y="9924"/>
                </a:lnTo>
                <a:lnTo>
                  <a:pt x="63545" y="9363"/>
                </a:lnTo>
                <a:lnTo>
                  <a:pt x="64671" y="8770"/>
                </a:lnTo>
                <a:lnTo>
                  <a:pt x="65740" y="8145"/>
                </a:lnTo>
                <a:lnTo>
                  <a:pt x="66754" y="7487"/>
                </a:lnTo>
                <a:lnTo>
                  <a:pt x="67712" y="6796"/>
                </a:lnTo>
                <a:lnTo>
                  <a:pt x="68584" y="6071"/>
                </a:lnTo>
                <a:lnTo>
                  <a:pt x="69340" y="5311"/>
                </a:lnTo>
                <a:lnTo>
                  <a:pt x="69979" y="4515"/>
                </a:lnTo>
                <a:lnTo>
                  <a:pt x="70503" y="3683"/>
                </a:lnTo>
                <a:lnTo>
                  <a:pt x="70909" y="2816"/>
                </a:lnTo>
                <a:lnTo>
                  <a:pt x="71200" y="1913"/>
                </a:lnTo>
                <a:lnTo>
                  <a:pt x="71374" y="974"/>
                </a:lnTo>
                <a:lnTo>
                  <a:pt x="71433" y="0"/>
                </a:lnTo>
                <a:lnTo>
                  <a:pt x="71433" y="9921"/>
                </a:lnTo>
                <a:lnTo>
                  <a:pt x="71374" y="10896"/>
                </a:lnTo>
                <a:lnTo>
                  <a:pt x="71200" y="11834"/>
                </a:lnTo>
                <a:lnTo>
                  <a:pt x="70909" y="12737"/>
                </a:lnTo>
                <a:lnTo>
                  <a:pt x="70503" y="13604"/>
                </a:lnTo>
                <a:lnTo>
                  <a:pt x="69979" y="14436"/>
                </a:lnTo>
                <a:lnTo>
                  <a:pt x="69340" y="15232"/>
                </a:lnTo>
                <a:lnTo>
                  <a:pt x="68584" y="15993"/>
                </a:lnTo>
                <a:lnTo>
                  <a:pt x="67712" y="16717"/>
                </a:lnTo>
                <a:lnTo>
                  <a:pt x="66754" y="17408"/>
                </a:lnTo>
                <a:lnTo>
                  <a:pt x="65740" y="18066"/>
                </a:lnTo>
                <a:lnTo>
                  <a:pt x="64671" y="18691"/>
                </a:lnTo>
                <a:lnTo>
                  <a:pt x="63545" y="19284"/>
                </a:lnTo>
                <a:lnTo>
                  <a:pt x="62364" y="19845"/>
                </a:lnTo>
                <a:lnTo>
                  <a:pt x="61127" y="20373"/>
                </a:lnTo>
                <a:lnTo>
                  <a:pt x="59834" y="20868"/>
                </a:lnTo>
                <a:lnTo>
                  <a:pt x="58485" y="21331"/>
                </a:lnTo>
                <a:lnTo>
                  <a:pt x="57099" y="21762"/>
                </a:lnTo>
                <a:lnTo>
                  <a:pt x="55692" y="22165"/>
                </a:lnTo>
                <a:lnTo>
                  <a:pt x="54265" y="22537"/>
                </a:lnTo>
                <a:lnTo>
                  <a:pt x="52818" y="22881"/>
                </a:lnTo>
                <a:lnTo>
                  <a:pt x="51351" y="23195"/>
                </a:lnTo>
                <a:lnTo>
                  <a:pt x="49863" y="23479"/>
                </a:lnTo>
                <a:lnTo>
                  <a:pt x="48356" y="23734"/>
                </a:lnTo>
                <a:lnTo>
                  <a:pt x="46828" y="23960"/>
                </a:lnTo>
                <a:lnTo>
                  <a:pt x="45310" y="24157"/>
                </a:lnTo>
                <a:lnTo>
                  <a:pt x="43830" y="24329"/>
                </a:lnTo>
                <a:lnTo>
                  <a:pt x="42389" y="24474"/>
                </a:lnTo>
                <a:lnTo>
                  <a:pt x="40987" y="24592"/>
                </a:lnTo>
                <a:lnTo>
                  <a:pt x="39624" y="24684"/>
                </a:lnTo>
                <a:lnTo>
                  <a:pt x="38299" y="24750"/>
                </a:lnTo>
                <a:lnTo>
                  <a:pt x="37013" y="24790"/>
                </a:lnTo>
                <a:lnTo>
                  <a:pt x="35766" y="24803"/>
                </a:lnTo>
                <a:lnTo>
                  <a:pt x="34518" y="24790"/>
                </a:lnTo>
                <a:lnTo>
                  <a:pt x="33230" y="24750"/>
                </a:lnTo>
                <a:lnTo>
                  <a:pt x="31901" y="24684"/>
                </a:lnTo>
                <a:lnTo>
                  <a:pt x="30532" y="24592"/>
                </a:lnTo>
                <a:lnTo>
                  <a:pt x="29123" y="24474"/>
                </a:lnTo>
                <a:lnTo>
                  <a:pt x="27674" y="24329"/>
                </a:lnTo>
                <a:lnTo>
                  <a:pt x="26184" y="24157"/>
                </a:lnTo>
                <a:lnTo>
                  <a:pt x="24654" y="23960"/>
                </a:lnTo>
                <a:lnTo>
                  <a:pt x="23115" y="23733"/>
                </a:lnTo>
                <a:lnTo>
                  <a:pt x="21597" y="23476"/>
                </a:lnTo>
                <a:lnTo>
                  <a:pt x="20101" y="23188"/>
                </a:lnTo>
                <a:lnTo>
                  <a:pt x="18627" y="22868"/>
                </a:lnTo>
                <a:lnTo>
                  <a:pt x="17174" y="22518"/>
                </a:lnTo>
                <a:lnTo>
                  <a:pt x="15744" y="22137"/>
                </a:lnTo>
                <a:lnTo>
                  <a:pt x="14335" y="21724"/>
                </a:lnTo>
                <a:lnTo>
                  <a:pt x="12947" y="21281"/>
                </a:lnTo>
                <a:lnTo>
                  <a:pt x="11598" y="20807"/>
                </a:lnTo>
                <a:lnTo>
                  <a:pt x="10306" y="20301"/>
                </a:lnTo>
                <a:lnTo>
                  <a:pt x="9069" y="19765"/>
                </a:lnTo>
                <a:lnTo>
                  <a:pt x="7887" y="19198"/>
                </a:lnTo>
                <a:lnTo>
                  <a:pt x="6762" y="18599"/>
                </a:lnTo>
                <a:lnTo>
                  <a:pt x="5692" y="17970"/>
                </a:lnTo>
                <a:lnTo>
                  <a:pt x="4678" y="17309"/>
                </a:lnTo>
                <a:lnTo>
                  <a:pt x="3720" y="16618"/>
                </a:lnTo>
                <a:lnTo>
                  <a:pt x="2848" y="15895"/>
                </a:lnTo>
                <a:lnTo>
                  <a:pt x="2093" y="15139"/>
                </a:lnTo>
                <a:lnTo>
                  <a:pt x="1453" y="14351"/>
                </a:lnTo>
                <a:lnTo>
                  <a:pt x="930" y="13530"/>
                </a:lnTo>
                <a:lnTo>
                  <a:pt x="523" y="12677"/>
                </a:lnTo>
                <a:lnTo>
                  <a:pt x="232" y="11791"/>
                </a:lnTo>
                <a:lnTo>
                  <a:pt x="58" y="10872"/>
                </a:lnTo>
                <a:lnTo>
                  <a:pt x="0" y="9921"/>
                </a:lnTo>
                <a:lnTo>
                  <a:pt x="0" y="0"/>
                </a:lnTo>
                <a:lnTo>
                  <a:pt x="58" y="951"/>
                </a:lnTo>
                <a:lnTo>
                  <a:pt x="232" y="1870"/>
                </a:lnTo>
                <a:lnTo>
                  <a:pt x="523" y="2756"/>
                </a:lnTo>
                <a:lnTo>
                  <a:pt x="930" y="3609"/>
                </a:lnTo>
                <a:lnTo>
                  <a:pt x="1453" y="4430"/>
                </a:lnTo>
                <a:lnTo>
                  <a:pt x="2093" y="5218"/>
                </a:lnTo>
                <a:lnTo>
                  <a:pt x="2848" y="5974"/>
                </a:lnTo>
                <a:lnTo>
                  <a:pt x="3720" y="6697"/>
                </a:lnTo>
                <a:lnTo>
                  <a:pt x="4678" y="7388"/>
                </a:lnTo>
                <a:lnTo>
                  <a:pt x="5692" y="8049"/>
                </a:lnTo>
                <a:lnTo>
                  <a:pt x="6762" y="8678"/>
                </a:lnTo>
                <a:lnTo>
                  <a:pt x="7887" y="9276"/>
                </a:lnTo>
                <a:lnTo>
                  <a:pt x="9069" y="9844"/>
                </a:lnTo>
                <a:lnTo>
                  <a:pt x="10306" y="10380"/>
                </a:lnTo>
                <a:lnTo>
                  <a:pt x="11598" y="10885"/>
                </a:lnTo>
                <a:lnTo>
                  <a:pt x="12947" y="11360"/>
                </a:lnTo>
                <a:lnTo>
                  <a:pt x="14335" y="11803"/>
                </a:lnTo>
                <a:lnTo>
                  <a:pt x="15744" y="12216"/>
                </a:lnTo>
                <a:lnTo>
                  <a:pt x="17174" y="12597"/>
                </a:lnTo>
                <a:lnTo>
                  <a:pt x="18627" y="12947"/>
                </a:lnTo>
                <a:lnTo>
                  <a:pt x="20101" y="13267"/>
                </a:lnTo>
                <a:lnTo>
                  <a:pt x="21597" y="13555"/>
                </a:lnTo>
                <a:lnTo>
                  <a:pt x="23115" y="13812"/>
                </a:lnTo>
                <a:lnTo>
                  <a:pt x="24654" y="14039"/>
                </a:lnTo>
                <a:lnTo>
                  <a:pt x="26184" y="14236"/>
                </a:lnTo>
                <a:lnTo>
                  <a:pt x="27674" y="14407"/>
                </a:lnTo>
                <a:lnTo>
                  <a:pt x="29123" y="14552"/>
                </a:lnTo>
                <a:lnTo>
                  <a:pt x="30532" y="14671"/>
                </a:lnTo>
                <a:lnTo>
                  <a:pt x="31901" y="14763"/>
                </a:lnTo>
                <a:lnTo>
                  <a:pt x="33230" y="14829"/>
                </a:lnTo>
                <a:lnTo>
                  <a:pt x="34518" y="14869"/>
                </a:lnTo>
                <a:lnTo>
                  <a:pt x="35766" y="14882"/>
                </a:lnTo>
                <a:lnTo>
                  <a:pt x="37013" y="14869"/>
                </a:lnTo>
                <a:lnTo>
                  <a:pt x="38299" y="14829"/>
                </a:lnTo>
                <a:lnTo>
                  <a:pt x="39624" y="14763"/>
                </a:lnTo>
                <a:lnTo>
                  <a:pt x="40987" y="14671"/>
                </a:lnTo>
                <a:lnTo>
                  <a:pt x="42389" y="14552"/>
                </a:lnTo>
                <a:lnTo>
                  <a:pt x="43830" y="14407"/>
                </a:lnTo>
                <a:lnTo>
                  <a:pt x="45310" y="14236"/>
                </a:lnTo>
                <a:lnTo>
                  <a:pt x="46828" y="14039"/>
                </a:lnTo>
                <a:lnTo>
                  <a:pt x="46828" y="14039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0495" y="622425"/>
            <a:ext cx="813204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Corpus 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595" y="747519"/>
            <a:ext cx="879345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4,906 documents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595" y="858009"/>
            <a:ext cx="82580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126,494 chunks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595" y="968499"/>
            <a:ext cx="82580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EN · DOI-keyed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824984" y="1144266"/>
            <a:ext cx="0" cy="63500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282696" y="1220466"/>
            <a:ext cx="1083306" cy="645158"/>
          </a:xfrm>
          <a:prstGeom prst="roundRect">
            <a:avLst>
              <a:gd name="adj" fmla="val 10000"/>
            </a:avLst>
          </a:prstGeom>
          <a:solidFill>
            <a:srgbClr val="E7F1E5"/>
          </a:solidFill>
          <a:ln w="762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360641" y="1295778"/>
            <a:ext cx="71433" cy="71433"/>
          </a:xfrm>
          <a:custGeom>
            <a:avLst/>
            <a:gdLst/>
            <a:ahLst/>
            <a:cxnLst/>
            <a:rect l="l" t="t" r="r" b="b"/>
            <a:pathLst>
              <a:path w="71433" h="71433">
                <a:moveTo>
                  <a:pt x="67067" y="71433"/>
                </a:moveTo>
                <a:lnTo>
                  <a:pt x="40975" y="45340"/>
                </a:lnTo>
                <a:lnTo>
                  <a:pt x="40215" y="45967"/>
                </a:lnTo>
                <a:lnTo>
                  <a:pt x="39424" y="46558"/>
                </a:lnTo>
                <a:lnTo>
                  <a:pt x="38603" y="47114"/>
                </a:lnTo>
                <a:lnTo>
                  <a:pt x="37750" y="47634"/>
                </a:lnTo>
                <a:lnTo>
                  <a:pt x="36867" y="48119"/>
                </a:lnTo>
                <a:lnTo>
                  <a:pt x="35952" y="48567"/>
                </a:lnTo>
                <a:lnTo>
                  <a:pt x="35006" y="48981"/>
                </a:lnTo>
                <a:lnTo>
                  <a:pt x="34030" y="49358"/>
                </a:lnTo>
                <a:lnTo>
                  <a:pt x="33030" y="49695"/>
                </a:lnTo>
                <a:lnTo>
                  <a:pt x="32014" y="49987"/>
                </a:lnTo>
                <a:lnTo>
                  <a:pt x="30984" y="50235"/>
                </a:lnTo>
                <a:lnTo>
                  <a:pt x="29937" y="50437"/>
                </a:lnTo>
                <a:lnTo>
                  <a:pt x="28875" y="50594"/>
                </a:lnTo>
                <a:lnTo>
                  <a:pt x="27798" y="50707"/>
                </a:lnTo>
                <a:lnTo>
                  <a:pt x="26705" y="50774"/>
                </a:lnTo>
                <a:lnTo>
                  <a:pt x="25597" y="50797"/>
                </a:lnTo>
                <a:lnTo>
                  <a:pt x="22969" y="50680"/>
                </a:lnTo>
                <a:lnTo>
                  <a:pt x="20444" y="50332"/>
                </a:lnTo>
                <a:lnTo>
                  <a:pt x="18021" y="49750"/>
                </a:lnTo>
                <a:lnTo>
                  <a:pt x="15700" y="48936"/>
                </a:lnTo>
                <a:lnTo>
                  <a:pt x="13482" y="47890"/>
                </a:lnTo>
                <a:lnTo>
                  <a:pt x="11366" y="46611"/>
                </a:lnTo>
                <a:lnTo>
                  <a:pt x="9352" y="45100"/>
                </a:lnTo>
                <a:lnTo>
                  <a:pt x="7441" y="43356"/>
                </a:lnTo>
                <a:lnTo>
                  <a:pt x="5697" y="41447"/>
                </a:lnTo>
                <a:lnTo>
                  <a:pt x="4185" y="39443"/>
                </a:lnTo>
                <a:lnTo>
                  <a:pt x="2907" y="37343"/>
                </a:lnTo>
                <a:lnTo>
                  <a:pt x="1860" y="35146"/>
                </a:lnTo>
                <a:lnTo>
                  <a:pt x="1046" y="32853"/>
                </a:lnTo>
                <a:lnTo>
                  <a:pt x="465" y="30464"/>
                </a:lnTo>
                <a:lnTo>
                  <a:pt x="116" y="27979"/>
                </a:lnTo>
                <a:lnTo>
                  <a:pt x="0" y="25398"/>
                </a:lnTo>
                <a:lnTo>
                  <a:pt x="116" y="22817"/>
                </a:lnTo>
                <a:lnTo>
                  <a:pt x="465" y="20332"/>
                </a:lnTo>
                <a:lnTo>
                  <a:pt x="1046" y="17943"/>
                </a:lnTo>
                <a:lnTo>
                  <a:pt x="1860" y="15651"/>
                </a:lnTo>
                <a:lnTo>
                  <a:pt x="2907" y="13454"/>
                </a:lnTo>
                <a:lnTo>
                  <a:pt x="4185" y="11354"/>
                </a:lnTo>
                <a:lnTo>
                  <a:pt x="5697" y="9349"/>
                </a:lnTo>
                <a:lnTo>
                  <a:pt x="7441" y="7441"/>
                </a:lnTo>
                <a:lnTo>
                  <a:pt x="9351" y="5697"/>
                </a:lnTo>
                <a:lnTo>
                  <a:pt x="11360" y="4186"/>
                </a:lnTo>
                <a:lnTo>
                  <a:pt x="13468" y="2907"/>
                </a:lnTo>
                <a:lnTo>
                  <a:pt x="15675" y="1860"/>
                </a:lnTo>
                <a:lnTo>
                  <a:pt x="17982" y="1046"/>
                </a:lnTo>
                <a:lnTo>
                  <a:pt x="20388" y="465"/>
                </a:lnTo>
                <a:lnTo>
                  <a:pt x="22893" y="116"/>
                </a:lnTo>
                <a:lnTo>
                  <a:pt x="25497" y="0"/>
                </a:lnTo>
                <a:lnTo>
                  <a:pt x="28078" y="116"/>
                </a:lnTo>
                <a:lnTo>
                  <a:pt x="30560" y="465"/>
                </a:lnTo>
                <a:lnTo>
                  <a:pt x="32945" y="1046"/>
                </a:lnTo>
                <a:lnTo>
                  <a:pt x="35233" y="1860"/>
                </a:lnTo>
                <a:lnTo>
                  <a:pt x="37422" y="2907"/>
                </a:lnTo>
                <a:lnTo>
                  <a:pt x="39514" y="4186"/>
                </a:lnTo>
                <a:lnTo>
                  <a:pt x="41509" y="5697"/>
                </a:lnTo>
                <a:lnTo>
                  <a:pt x="43405" y="7441"/>
                </a:lnTo>
                <a:lnTo>
                  <a:pt x="45138" y="9349"/>
                </a:lnTo>
                <a:lnTo>
                  <a:pt x="46639" y="11354"/>
                </a:lnTo>
                <a:lnTo>
                  <a:pt x="47909" y="13454"/>
                </a:lnTo>
                <a:lnTo>
                  <a:pt x="48949" y="15651"/>
                </a:lnTo>
                <a:lnTo>
                  <a:pt x="49757" y="17943"/>
                </a:lnTo>
                <a:lnTo>
                  <a:pt x="50335" y="20332"/>
                </a:lnTo>
                <a:lnTo>
                  <a:pt x="50681" y="22817"/>
                </a:lnTo>
                <a:lnTo>
                  <a:pt x="50797" y="25398"/>
                </a:lnTo>
                <a:lnTo>
                  <a:pt x="50775" y="26460"/>
                </a:lnTo>
                <a:lnTo>
                  <a:pt x="50710" y="27513"/>
                </a:lnTo>
                <a:lnTo>
                  <a:pt x="50601" y="28556"/>
                </a:lnTo>
                <a:lnTo>
                  <a:pt x="50449" y="29590"/>
                </a:lnTo>
                <a:lnTo>
                  <a:pt x="50254" y="30615"/>
                </a:lnTo>
                <a:lnTo>
                  <a:pt x="50015" y="31630"/>
                </a:lnTo>
                <a:lnTo>
                  <a:pt x="49733" y="32636"/>
                </a:lnTo>
                <a:lnTo>
                  <a:pt x="49408" y="33633"/>
                </a:lnTo>
                <a:lnTo>
                  <a:pt x="49039" y="34617"/>
                </a:lnTo>
                <a:lnTo>
                  <a:pt x="48626" y="35586"/>
                </a:lnTo>
                <a:lnTo>
                  <a:pt x="48170" y="36540"/>
                </a:lnTo>
                <a:lnTo>
                  <a:pt x="47671" y="37477"/>
                </a:lnTo>
                <a:lnTo>
                  <a:pt x="47129" y="38400"/>
                </a:lnTo>
                <a:lnTo>
                  <a:pt x="46543" y="39307"/>
                </a:lnTo>
                <a:lnTo>
                  <a:pt x="45913" y="40198"/>
                </a:lnTo>
                <a:lnTo>
                  <a:pt x="45241" y="41074"/>
                </a:lnTo>
                <a:lnTo>
                  <a:pt x="71433" y="67067"/>
                </a:lnTo>
                <a:lnTo>
                  <a:pt x="67067" y="71433"/>
                </a:lnTo>
                <a:lnTo>
                  <a:pt x="67067" y="71433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366594" y="1301731"/>
            <a:ext cx="38891" cy="38891"/>
          </a:xfrm>
          <a:custGeom>
            <a:avLst/>
            <a:gdLst/>
            <a:ahLst/>
            <a:cxnLst/>
            <a:rect l="l" t="t" r="r" b="b"/>
            <a:pathLst>
              <a:path w="38891" h="38891">
                <a:moveTo>
                  <a:pt x="19544" y="38891"/>
                </a:moveTo>
                <a:lnTo>
                  <a:pt x="21516" y="38802"/>
                </a:lnTo>
                <a:lnTo>
                  <a:pt x="23414" y="38534"/>
                </a:lnTo>
                <a:lnTo>
                  <a:pt x="25237" y="38089"/>
                </a:lnTo>
                <a:lnTo>
                  <a:pt x="26985" y="37465"/>
                </a:lnTo>
                <a:lnTo>
                  <a:pt x="28660" y="36662"/>
                </a:lnTo>
                <a:lnTo>
                  <a:pt x="30259" y="35682"/>
                </a:lnTo>
                <a:lnTo>
                  <a:pt x="31785" y="34523"/>
                </a:lnTo>
                <a:lnTo>
                  <a:pt x="33236" y="33186"/>
                </a:lnTo>
                <a:lnTo>
                  <a:pt x="34561" y="31724"/>
                </a:lnTo>
                <a:lnTo>
                  <a:pt x="35710" y="30188"/>
                </a:lnTo>
                <a:lnTo>
                  <a:pt x="36682" y="28580"/>
                </a:lnTo>
                <a:lnTo>
                  <a:pt x="37477" y="26899"/>
                </a:lnTo>
                <a:lnTo>
                  <a:pt x="38096" y="25145"/>
                </a:lnTo>
                <a:lnTo>
                  <a:pt x="38537" y="23318"/>
                </a:lnTo>
                <a:lnTo>
                  <a:pt x="38802" y="21418"/>
                </a:lnTo>
                <a:lnTo>
                  <a:pt x="38891" y="19445"/>
                </a:lnTo>
                <a:lnTo>
                  <a:pt x="38802" y="17473"/>
                </a:lnTo>
                <a:lnTo>
                  <a:pt x="38537" y="15573"/>
                </a:lnTo>
                <a:lnTo>
                  <a:pt x="38096" y="13746"/>
                </a:lnTo>
                <a:lnTo>
                  <a:pt x="37477" y="11992"/>
                </a:lnTo>
                <a:lnTo>
                  <a:pt x="36682" y="10311"/>
                </a:lnTo>
                <a:lnTo>
                  <a:pt x="35710" y="8703"/>
                </a:lnTo>
                <a:lnTo>
                  <a:pt x="34561" y="7167"/>
                </a:lnTo>
                <a:lnTo>
                  <a:pt x="33236" y="5704"/>
                </a:lnTo>
                <a:lnTo>
                  <a:pt x="31785" y="4367"/>
                </a:lnTo>
                <a:lnTo>
                  <a:pt x="30259" y="3209"/>
                </a:lnTo>
                <a:lnTo>
                  <a:pt x="28660" y="2228"/>
                </a:lnTo>
                <a:lnTo>
                  <a:pt x="26985" y="1426"/>
                </a:lnTo>
                <a:lnTo>
                  <a:pt x="25237" y="802"/>
                </a:lnTo>
                <a:lnTo>
                  <a:pt x="23414" y="356"/>
                </a:lnTo>
                <a:lnTo>
                  <a:pt x="21516" y="89"/>
                </a:lnTo>
                <a:lnTo>
                  <a:pt x="19544" y="0"/>
                </a:lnTo>
                <a:lnTo>
                  <a:pt x="17549" y="89"/>
                </a:lnTo>
                <a:lnTo>
                  <a:pt x="15629" y="356"/>
                </a:lnTo>
                <a:lnTo>
                  <a:pt x="13785" y="802"/>
                </a:lnTo>
                <a:lnTo>
                  <a:pt x="12017" y="1426"/>
                </a:lnTo>
                <a:lnTo>
                  <a:pt x="10325" y="2228"/>
                </a:lnTo>
                <a:lnTo>
                  <a:pt x="8709" y="3209"/>
                </a:lnTo>
                <a:lnTo>
                  <a:pt x="7168" y="4367"/>
                </a:lnTo>
                <a:lnTo>
                  <a:pt x="5704" y="5704"/>
                </a:lnTo>
                <a:lnTo>
                  <a:pt x="4367" y="7167"/>
                </a:lnTo>
                <a:lnTo>
                  <a:pt x="3209" y="8703"/>
                </a:lnTo>
                <a:lnTo>
                  <a:pt x="2228" y="10311"/>
                </a:lnTo>
                <a:lnTo>
                  <a:pt x="1426" y="11992"/>
                </a:lnTo>
                <a:lnTo>
                  <a:pt x="802" y="13746"/>
                </a:lnTo>
                <a:lnTo>
                  <a:pt x="356" y="15573"/>
                </a:lnTo>
                <a:lnTo>
                  <a:pt x="89" y="17473"/>
                </a:lnTo>
                <a:lnTo>
                  <a:pt x="0" y="19445"/>
                </a:lnTo>
                <a:lnTo>
                  <a:pt x="89" y="21418"/>
                </a:lnTo>
                <a:lnTo>
                  <a:pt x="356" y="23318"/>
                </a:lnTo>
                <a:lnTo>
                  <a:pt x="802" y="25145"/>
                </a:lnTo>
                <a:lnTo>
                  <a:pt x="1426" y="26899"/>
                </a:lnTo>
                <a:lnTo>
                  <a:pt x="2228" y="28580"/>
                </a:lnTo>
                <a:lnTo>
                  <a:pt x="3209" y="30188"/>
                </a:lnTo>
                <a:lnTo>
                  <a:pt x="4367" y="31724"/>
                </a:lnTo>
                <a:lnTo>
                  <a:pt x="5704" y="33186"/>
                </a:lnTo>
                <a:lnTo>
                  <a:pt x="7168" y="34523"/>
                </a:lnTo>
                <a:lnTo>
                  <a:pt x="8709" y="35682"/>
                </a:lnTo>
                <a:lnTo>
                  <a:pt x="10325" y="36662"/>
                </a:lnTo>
                <a:lnTo>
                  <a:pt x="12017" y="37465"/>
                </a:lnTo>
                <a:lnTo>
                  <a:pt x="13785" y="38089"/>
                </a:lnTo>
                <a:lnTo>
                  <a:pt x="15629" y="38534"/>
                </a:lnTo>
                <a:lnTo>
                  <a:pt x="17549" y="38802"/>
                </a:lnTo>
                <a:lnTo>
                  <a:pt x="19544" y="38891"/>
                </a:lnTo>
                <a:lnTo>
                  <a:pt x="19544" y="38891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60495" y="1258693"/>
            <a:ext cx="628953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Retrieval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595" y="1383787"/>
            <a:ext cx="82580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dense e5-large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595" y="1494277"/>
            <a:ext cx="98643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+ sparse BM25Plus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595" y="1604767"/>
            <a:ext cx="932888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RRF k=60 fusion,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595" y="1715256"/>
            <a:ext cx="82580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bounded cutoff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824984" y="1891024"/>
            <a:ext cx="0" cy="63499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1282696" y="1967223"/>
            <a:ext cx="1083306" cy="424179"/>
          </a:xfrm>
          <a:prstGeom prst="roundRect">
            <a:avLst>
              <a:gd name="adj" fmla="val 10000"/>
            </a:avLst>
          </a:prstGeom>
          <a:solidFill>
            <a:srgbClr val="E7F1E5"/>
          </a:solidFill>
          <a:ln w="762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360641" y="2094225"/>
            <a:ext cx="15874" cy="23811"/>
          </a:xfrm>
          <a:custGeom>
            <a:avLst/>
            <a:gdLst/>
            <a:ahLst/>
            <a:cxnLst/>
            <a:rect l="l" t="t" r="r" b="b"/>
            <a:pathLst>
              <a:path w="15874" h="23811">
                <a:moveTo>
                  <a:pt x="0" y="23811"/>
                </a:moveTo>
                <a:lnTo>
                  <a:pt x="0" y="17858"/>
                </a:lnTo>
                <a:lnTo>
                  <a:pt x="9921" y="17858"/>
                </a:lnTo>
                <a:lnTo>
                  <a:pt x="9921" y="14882"/>
                </a:lnTo>
                <a:lnTo>
                  <a:pt x="3968" y="14882"/>
                </a:lnTo>
                <a:lnTo>
                  <a:pt x="3968" y="8929"/>
                </a:lnTo>
                <a:lnTo>
                  <a:pt x="9921" y="8929"/>
                </a:lnTo>
                <a:lnTo>
                  <a:pt x="9921" y="5953"/>
                </a:lnTo>
                <a:lnTo>
                  <a:pt x="0" y="5953"/>
                </a:lnTo>
                <a:lnTo>
                  <a:pt x="0" y="0"/>
                </a:lnTo>
                <a:lnTo>
                  <a:pt x="11905" y="0"/>
                </a:lnTo>
                <a:lnTo>
                  <a:pt x="12318" y="18"/>
                </a:lnTo>
                <a:lnTo>
                  <a:pt x="12715" y="71"/>
                </a:lnTo>
                <a:lnTo>
                  <a:pt x="13094" y="160"/>
                </a:lnTo>
                <a:lnTo>
                  <a:pt x="13456" y="285"/>
                </a:lnTo>
                <a:lnTo>
                  <a:pt x="13800" y="446"/>
                </a:lnTo>
                <a:lnTo>
                  <a:pt x="14128" y="642"/>
                </a:lnTo>
                <a:lnTo>
                  <a:pt x="14439" y="874"/>
                </a:lnTo>
                <a:lnTo>
                  <a:pt x="14733" y="1141"/>
                </a:lnTo>
                <a:lnTo>
                  <a:pt x="15000" y="1435"/>
                </a:lnTo>
                <a:lnTo>
                  <a:pt x="15232" y="1746"/>
                </a:lnTo>
                <a:lnTo>
                  <a:pt x="15428" y="2073"/>
                </a:lnTo>
                <a:lnTo>
                  <a:pt x="15589" y="2418"/>
                </a:lnTo>
                <a:lnTo>
                  <a:pt x="15713" y="2780"/>
                </a:lnTo>
                <a:lnTo>
                  <a:pt x="15803" y="3159"/>
                </a:lnTo>
                <a:lnTo>
                  <a:pt x="15856" y="3555"/>
                </a:lnTo>
                <a:lnTo>
                  <a:pt x="15874" y="3968"/>
                </a:lnTo>
                <a:lnTo>
                  <a:pt x="15874" y="7937"/>
                </a:lnTo>
                <a:lnTo>
                  <a:pt x="15856" y="8350"/>
                </a:lnTo>
                <a:lnTo>
                  <a:pt x="15803" y="8746"/>
                </a:lnTo>
                <a:lnTo>
                  <a:pt x="15713" y="9125"/>
                </a:lnTo>
                <a:lnTo>
                  <a:pt x="15589" y="9487"/>
                </a:lnTo>
                <a:lnTo>
                  <a:pt x="15428" y="9832"/>
                </a:lnTo>
                <a:lnTo>
                  <a:pt x="15232" y="10160"/>
                </a:lnTo>
                <a:lnTo>
                  <a:pt x="15000" y="10471"/>
                </a:lnTo>
                <a:lnTo>
                  <a:pt x="14733" y="10765"/>
                </a:lnTo>
                <a:lnTo>
                  <a:pt x="14439" y="11032"/>
                </a:lnTo>
                <a:lnTo>
                  <a:pt x="14128" y="11264"/>
                </a:lnTo>
                <a:lnTo>
                  <a:pt x="13800" y="11460"/>
                </a:lnTo>
                <a:lnTo>
                  <a:pt x="13456" y="11620"/>
                </a:lnTo>
                <a:lnTo>
                  <a:pt x="13094" y="11745"/>
                </a:lnTo>
                <a:lnTo>
                  <a:pt x="12715" y="11834"/>
                </a:lnTo>
                <a:lnTo>
                  <a:pt x="12318" y="11888"/>
                </a:lnTo>
                <a:lnTo>
                  <a:pt x="11905" y="11905"/>
                </a:lnTo>
                <a:lnTo>
                  <a:pt x="12318" y="11923"/>
                </a:lnTo>
                <a:lnTo>
                  <a:pt x="12715" y="11977"/>
                </a:lnTo>
                <a:lnTo>
                  <a:pt x="13094" y="12066"/>
                </a:lnTo>
                <a:lnTo>
                  <a:pt x="13456" y="12191"/>
                </a:lnTo>
                <a:lnTo>
                  <a:pt x="13800" y="12351"/>
                </a:lnTo>
                <a:lnTo>
                  <a:pt x="14128" y="12547"/>
                </a:lnTo>
                <a:lnTo>
                  <a:pt x="14439" y="12779"/>
                </a:lnTo>
                <a:lnTo>
                  <a:pt x="14733" y="13046"/>
                </a:lnTo>
                <a:lnTo>
                  <a:pt x="15000" y="13340"/>
                </a:lnTo>
                <a:lnTo>
                  <a:pt x="15232" y="13651"/>
                </a:lnTo>
                <a:lnTo>
                  <a:pt x="15428" y="13979"/>
                </a:lnTo>
                <a:lnTo>
                  <a:pt x="15589" y="14324"/>
                </a:lnTo>
                <a:lnTo>
                  <a:pt x="15713" y="14686"/>
                </a:lnTo>
                <a:lnTo>
                  <a:pt x="15803" y="15065"/>
                </a:lnTo>
                <a:lnTo>
                  <a:pt x="15856" y="15461"/>
                </a:lnTo>
                <a:lnTo>
                  <a:pt x="15874" y="15874"/>
                </a:lnTo>
                <a:lnTo>
                  <a:pt x="15874" y="19842"/>
                </a:lnTo>
                <a:lnTo>
                  <a:pt x="15856" y="20256"/>
                </a:lnTo>
                <a:lnTo>
                  <a:pt x="15803" y="20652"/>
                </a:lnTo>
                <a:lnTo>
                  <a:pt x="15713" y="21031"/>
                </a:lnTo>
                <a:lnTo>
                  <a:pt x="15589" y="21393"/>
                </a:lnTo>
                <a:lnTo>
                  <a:pt x="15428" y="21738"/>
                </a:lnTo>
                <a:lnTo>
                  <a:pt x="15232" y="22065"/>
                </a:lnTo>
                <a:lnTo>
                  <a:pt x="15000" y="22376"/>
                </a:lnTo>
                <a:lnTo>
                  <a:pt x="14733" y="22670"/>
                </a:lnTo>
                <a:lnTo>
                  <a:pt x="14439" y="22937"/>
                </a:lnTo>
                <a:lnTo>
                  <a:pt x="14128" y="23169"/>
                </a:lnTo>
                <a:lnTo>
                  <a:pt x="13800" y="23365"/>
                </a:lnTo>
                <a:lnTo>
                  <a:pt x="13456" y="23526"/>
                </a:lnTo>
                <a:lnTo>
                  <a:pt x="13094" y="23650"/>
                </a:lnTo>
                <a:lnTo>
                  <a:pt x="12715" y="23740"/>
                </a:lnTo>
                <a:lnTo>
                  <a:pt x="12318" y="23793"/>
                </a:lnTo>
                <a:lnTo>
                  <a:pt x="11905" y="23811"/>
                </a:lnTo>
                <a:lnTo>
                  <a:pt x="0" y="23811"/>
                </a:lnTo>
                <a:lnTo>
                  <a:pt x="0" y="23811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360641" y="2066446"/>
            <a:ext cx="15874" cy="23811"/>
          </a:xfrm>
          <a:custGeom>
            <a:avLst/>
            <a:gdLst/>
            <a:ahLst/>
            <a:cxnLst/>
            <a:rect l="l" t="t" r="r" b="b"/>
            <a:pathLst>
              <a:path w="15874" h="23811">
                <a:moveTo>
                  <a:pt x="0" y="23811"/>
                </a:moveTo>
                <a:lnTo>
                  <a:pt x="0" y="12897"/>
                </a:lnTo>
                <a:lnTo>
                  <a:pt x="18" y="12484"/>
                </a:lnTo>
                <a:lnTo>
                  <a:pt x="71" y="12088"/>
                </a:lnTo>
                <a:lnTo>
                  <a:pt x="160" y="11709"/>
                </a:lnTo>
                <a:lnTo>
                  <a:pt x="285" y="11347"/>
                </a:lnTo>
                <a:lnTo>
                  <a:pt x="446" y="11002"/>
                </a:lnTo>
                <a:lnTo>
                  <a:pt x="642" y="10674"/>
                </a:lnTo>
                <a:lnTo>
                  <a:pt x="873" y="10363"/>
                </a:lnTo>
                <a:lnTo>
                  <a:pt x="1141" y="10070"/>
                </a:lnTo>
                <a:lnTo>
                  <a:pt x="1435" y="9802"/>
                </a:lnTo>
                <a:lnTo>
                  <a:pt x="1745" y="9570"/>
                </a:lnTo>
                <a:lnTo>
                  <a:pt x="2073" y="9374"/>
                </a:lnTo>
                <a:lnTo>
                  <a:pt x="2418" y="9214"/>
                </a:lnTo>
                <a:lnTo>
                  <a:pt x="2780" y="9089"/>
                </a:lnTo>
                <a:lnTo>
                  <a:pt x="3159" y="9000"/>
                </a:lnTo>
                <a:lnTo>
                  <a:pt x="3555" y="8947"/>
                </a:lnTo>
                <a:lnTo>
                  <a:pt x="3968" y="8929"/>
                </a:lnTo>
                <a:lnTo>
                  <a:pt x="9921" y="8929"/>
                </a:lnTo>
                <a:lnTo>
                  <a:pt x="9921" y="5952"/>
                </a:lnTo>
                <a:lnTo>
                  <a:pt x="0" y="5952"/>
                </a:lnTo>
                <a:lnTo>
                  <a:pt x="0" y="0"/>
                </a:lnTo>
                <a:lnTo>
                  <a:pt x="11905" y="0"/>
                </a:lnTo>
                <a:lnTo>
                  <a:pt x="12318" y="17"/>
                </a:lnTo>
                <a:lnTo>
                  <a:pt x="12715" y="71"/>
                </a:lnTo>
                <a:lnTo>
                  <a:pt x="13094" y="160"/>
                </a:lnTo>
                <a:lnTo>
                  <a:pt x="13456" y="285"/>
                </a:lnTo>
                <a:lnTo>
                  <a:pt x="13800" y="445"/>
                </a:lnTo>
                <a:lnTo>
                  <a:pt x="14128" y="641"/>
                </a:lnTo>
                <a:lnTo>
                  <a:pt x="14439" y="873"/>
                </a:lnTo>
                <a:lnTo>
                  <a:pt x="14733" y="1141"/>
                </a:lnTo>
                <a:lnTo>
                  <a:pt x="15000" y="1434"/>
                </a:lnTo>
                <a:lnTo>
                  <a:pt x="15232" y="1745"/>
                </a:lnTo>
                <a:lnTo>
                  <a:pt x="15428" y="2073"/>
                </a:lnTo>
                <a:lnTo>
                  <a:pt x="15589" y="2418"/>
                </a:lnTo>
                <a:lnTo>
                  <a:pt x="15713" y="2780"/>
                </a:lnTo>
                <a:lnTo>
                  <a:pt x="15803" y="3159"/>
                </a:lnTo>
                <a:lnTo>
                  <a:pt x="15856" y="3555"/>
                </a:lnTo>
                <a:lnTo>
                  <a:pt x="15874" y="3968"/>
                </a:lnTo>
                <a:lnTo>
                  <a:pt x="15874" y="10913"/>
                </a:lnTo>
                <a:lnTo>
                  <a:pt x="15856" y="11326"/>
                </a:lnTo>
                <a:lnTo>
                  <a:pt x="15803" y="11722"/>
                </a:lnTo>
                <a:lnTo>
                  <a:pt x="15713" y="12101"/>
                </a:lnTo>
                <a:lnTo>
                  <a:pt x="15589" y="12463"/>
                </a:lnTo>
                <a:lnTo>
                  <a:pt x="15428" y="12808"/>
                </a:lnTo>
                <a:lnTo>
                  <a:pt x="15232" y="13136"/>
                </a:lnTo>
                <a:lnTo>
                  <a:pt x="15000" y="13447"/>
                </a:lnTo>
                <a:lnTo>
                  <a:pt x="14733" y="13741"/>
                </a:lnTo>
                <a:lnTo>
                  <a:pt x="14439" y="14008"/>
                </a:lnTo>
                <a:lnTo>
                  <a:pt x="14128" y="14240"/>
                </a:lnTo>
                <a:lnTo>
                  <a:pt x="13800" y="14436"/>
                </a:lnTo>
                <a:lnTo>
                  <a:pt x="13456" y="14596"/>
                </a:lnTo>
                <a:lnTo>
                  <a:pt x="13094" y="14721"/>
                </a:lnTo>
                <a:lnTo>
                  <a:pt x="12715" y="14810"/>
                </a:lnTo>
                <a:lnTo>
                  <a:pt x="12318" y="14864"/>
                </a:lnTo>
                <a:lnTo>
                  <a:pt x="11905" y="14881"/>
                </a:lnTo>
                <a:lnTo>
                  <a:pt x="5953" y="14881"/>
                </a:lnTo>
                <a:lnTo>
                  <a:pt x="5953" y="17858"/>
                </a:lnTo>
                <a:lnTo>
                  <a:pt x="15874" y="17858"/>
                </a:lnTo>
                <a:lnTo>
                  <a:pt x="15874" y="23811"/>
                </a:lnTo>
                <a:lnTo>
                  <a:pt x="0" y="23811"/>
                </a:lnTo>
                <a:lnTo>
                  <a:pt x="0" y="23811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360641" y="2038666"/>
            <a:ext cx="11905" cy="23811"/>
          </a:xfrm>
          <a:custGeom>
            <a:avLst/>
            <a:gdLst/>
            <a:ahLst/>
            <a:cxnLst/>
            <a:rect l="l" t="t" r="r" b="b"/>
            <a:pathLst>
              <a:path w="11905" h="23811">
                <a:moveTo>
                  <a:pt x="5953" y="23811"/>
                </a:moveTo>
                <a:lnTo>
                  <a:pt x="5953" y="5953"/>
                </a:lnTo>
                <a:lnTo>
                  <a:pt x="0" y="5953"/>
                </a:lnTo>
                <a:lnTo>
                  <a:pt x="0" y="0"/>
                </a:lnTo>
                <a:lnTo>
                  <a:pt x="11905" y="0"/>
                </a:lnTo>
                <a:lnTo>
                  <a:pt x="11905" y="23811"/>
                </a:lnTo>
                <a:lnTo>
                  <a:pt x="5953" y="23811"/>
                </a:lnTo>
                <a:lnTo>
                  <a:pt x="5953" y="23811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385345" y="2099285"/>
            <a:ext cx="46729" cy="5953"/>
          </a:xfrm>
          <a:custGeom>
            <a:avLst/>
            <a:gdLst/>
            <a:ahLst/>
            <a:cxnLst/>
            <a:rect l="l" t="t" r="r" b="b"/>
            <a:pathLst>
              <a:path w="46729" h="5953">
                <a:moveTo>
                  <a:pt x="0" y="5953"/>
                </a:moveTo>
                <a:lnTo>
                  <a:pt x="0" y="0"/>
                </a:lnTo>
                <a:lnTo>
                  <a:pt x="46729" y="0"/>
                </a:lnTo>
                <a:lnTo>
                  <a:pt x="46729" y="5953"/>
                </a:lnTo>
                <a:lnTo>
                  <a:pt x="0" y="5953"/>
                </a:lnTo>
                <a:lnTo>
                  <a:pt x="0" y="5953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385345" y="2075176"/>
            <a:ext cx="46729" cy="5953"/>
          </a:xfrm>
          <a:custGeom>
            <a:avLst/>
            <a:gdLst/>
            <a:ahLst/>
            <a:cxnLst/>
            <a:rect l="l" t="t" r="r" b="b"/>
            <a:pathLst>
              <a:path w="46729" h="5953">
                <a:moveTo>
                  <a:pt x="0" y="5953"/>
                </a:moveTo>
                <a:lnTo>
                  <a:pt x="0" y="0"/>
                </a:lnTo>
                <a:lnTo>
                  <a:pt x="46729" y="0"/>
                </a:lnTo>
                <a:lnTo>
                  <a:pt x="46729" y="5953"/>
                </a:lnTo>
                <a:lnTo>
                  <a:pt x="0" y="5953"/>
                </a:lnTo>
                <a:lnTo>
                  <a:pt x="0" y="5953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385345" y="2051068"/>
            <a:ext cx="46729" cy="5952"/>
          </a:xfrm>
          <a:custGeom>
            <a:avLst/>
            <a:gdLst/>
            <a:ahLst/>
            <a:cxnLst/>
            <a:rect l="l" t="t" r="r" b="b"/>
            <a:pathLst>
              <a:path w="46729" h="5952">
                <a:moveTo>
                  <a:pt x="0" y="5952"/>
                </a:moveTo>
                <a:lnTo>
                  <a:pt x="0" y="0"/>
                </a:lnTo>
                <a:lnTo>
                  <a:pt x="46729" y="0"/>
                </a:lnTo>
                <a:lnTo>
                  <a:pt x="46729" y="5952"/>
                </a:lnTo>
                <a:lnTo>
                  <a:pt x="0" y="5952"/>
                </a:lnTo>
                <a:lnTo>
                  <a:pt x="0" y="5952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60495" y="2005450"/>
            <a:ext cx="444702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Rerank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71595" y="2130545"/>
            <a:ext cx="71871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bge-reranker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71595" y="2241034"/>
            <a:ext cx="71871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(top-K = 10)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824984" y="2416802"/>
            <a:ext cx="0" cy="63500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1282696" y="2493002"/>
            <a:ext cx="1083306" cy="534668"/>
          </a:xfrm>
          <a:prstGeom prst="roundRect">
            <a:avLst>
              <a:gd name="adj" fmla="val 10000"/>
            </a:avLst>
          </a:prstGeom>
          <a:solidFill>
            <a:srgbClr val="E7F1E5"/>
          </a:solidFill>
          <a:ln w="762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360641" y="2568512"/>
            <a:ext cx="71433" cy="71334"/>
          </a:xfrm>
          <a:custGeom>
            <a:avLst/>
            <a:gdLst/>
            <a:ahLst/>
            <a:cxnLst/>
            <a:rect l="l" t="t" r="r" b="b"/>
            <a:pathLst>
              <a:path w="71433" h="71334">
                <a:moveTo>
                  <a:pt x="0" y="71334"/>
                </a:moveTo>
                <a:lnTo>
                  <a:pt x="0" y="58635"/>
                </a:lnTo>
                <a:lnTo>
                  <a:pt x="57047" y="1687"/>
                </a:lnTo>
                <a:lnTo>
                  <a:pt x="57250" y="1494"/>
                </a:lnTo>
                <a:lnTo>
                  <a:pt x="57462" y="1312"/>
                </a:lnTo>
                <a:lnTo>
                  <a:pt x="57684" y="1140"/>
                </a:lnTo>
                <a:lnTo>
                  <a:pt x="57915" y="980"/>
                </a:lnTo>
                <a:lnTo>
                  <a:pt x="58155" y="830"/>
                </a:lnTo>
                <a:lnTo>
                  <a:pt x="58405" y="692"/>
                </a:lnTo>
                <a:lnTo>
                  <a:pt x="58664" y="564"/>
                </a:lnTo>
                <a:lnTo>
                  <a:pt x="58932" y="447"/>
                </a:lnTo>
                <a:lnTo>
                  <a:pt x="59206" y="342"/>
                </a:lnTo>
                <a:lnTo>
                  <a:pt x="59484" y="251"/>
                </a:lnTo>
                <a:lnTo>
                  <a:pt x="59764" y="175"/>
                </a:lnTo>
                <a:lnTo>
                  <a:pt x="60048" y="112"/>
                </a:lnTo>
                <a:lnTo>
                  <a:pt x="60335" y="63"/>
                </a:lnTo>
                <a:lnTo>
                  <a:pt x="60625" y="28"/>
                </a:lnTo>
                <a:lnTo>
                  <a:pt x="60918" y="7"/>
                </a:lnTo>
                <a:lnTo>
                  <a:pt x="61214" y="0"/>
                </a:lnTo>
                <a:lnTo>
                  <a:pt x="61487" y="7"/>
                </a:lnTo>
                <a:lnTo>
                  <a:pt x="61759" y="28"/>
                </a:lnTo>
                <a:lnTo>
                  <a:pt x="62032" y="63"/>
                </a:lnTo>
                <a:lnTo>
                  <a:pt x="62305" y="112"/>
                </a:lnTo>
                <a:lnTo>
                  <a:pt x="62578" y="175"/>
                </a:lnTo>
                <a:lnTo>
                  <a:pt x="62851" y="251"/>
                </a:lnTo>
                <a:lnTo>
                  <a:pt x="63124" y="342"/>
                </a:lnTo>
                <a:lnTo>
                  <a:pt x="63396" y="447"/>
                </a:lnTo>
                <a:lnTo>
                  <a:pt x="63666" y="564"/>
                </a:lnTo>
                <a:lnTo>
                  <a:pt x="63930" y="692"/>
                </a:lnTo>
                <a:lnTo>
                  <a:pt x="64187" y="830"/>
                </a:lnTo>
                <a:lnTo>
                  <a:pt x="64438" y="980"/>
                </a:lnTo>
                <a:lnTo>
                  <a:pt x="64683" y="1140"/>
                </a:lnTo>
                <a:lnTo>
                  <a:pt x="64922" y="1312"/>
                </a:lnTo>
                <a:lnTo>
                  <a:pt x="65154" y="1494"/>
                </a:lnTo>
                <a:lnTo>
                  <a:pt x="65381" y="1687"/>
                </a:lnTo>
                <a:lnTo>
                  <a:pt x="69746" y="6052"/>
                </a:lnTo>
                <a:lnTo>
                  <a:pt x="69961" y="6278"/>
                </a:lnTo>
                <a:lnTo>
                  <a:pt x="70161" y="6511"/>
                </a:lnTo>
                <a:lnTo>
                  <a:pt x="70346" y="6750"/>
                </a:lnTo>
                <a:lnTo>
                  <a:pt x="70515" y="6995"/>
                </a:lnTo>
                <a:lnTo>
                  <a:pt x="70668" y="7246"/>
                </a:lnTo>
                <a:lnTo>
                  <a:pt x="70806" y="7503"/>
                </a:lnTo>
                <a:lnTo>
                  <a:pt x="70929" y="7767"/>
                </a:lnTo>
                <a:lnTo>
                  <a:pt x="71036" y="8036"/>
                </a:lnTo>
                <a:lnTo>
                  <a:pt x="71129" y="8309"/>
                </a:lnTo>
                <a:lnTo>
                  <a:pt x="71209" y="8582"/>
                </a:lnTo>
                <a:lnTo>
                  <a:pt x="71278" y="8855"/>
                </a:lnTo>
                <a:lnTo>
                  <a:pt x="71333" y="9128"/>
                </a:lnTo>
                <a:lnTo>
                  <a:pt x="71377" y="9401"/>
                </a:lnTo>
                <a:lnTo>
                  <a:pt x="71408" y="9673"/>
                </a:lnTo>
                <a:lnTo>
                  <a:pt x="71426" y="9946"/>
                </a:lnTo>
                <a:lnTo>
                  <a:pt x="71433" y="10219"/>
                </a:lnTo>
                <a:lnTo>
                  <a:pt x="71426" y="10493"/>
                </a:lnTo>
                <a:lnTo>
                  <a:pt x="71405" y="10768"/>
                </a:lnTo>
                <a:lnTo>
                  <a:pt x="71370" y="11045"/>
                </a:lnTo>
                <a:lnTo>
                  <a:pt x="71321" y="11323"/>
                </a:lnTo>
                <a:lnTo>
                  <a:pt x="71258" y="11603"/>
                </a:lnTo>
                <a:lnTo>
                  <a:pt x="71181" y="11884"/>
                </a:lnTo>
                <a:lnTo>
                  <a:pt x="71091" y="12167"/>
                </a:lnTo>
                <a:lnTo>
                  <a:pt x="70986" y="12451"/>
                </a:lnTo>
                <a:lnTo>
                  <a:pt x="70869" y="12731"/>
                </a:lnTo>
                <a:lnTo>
                  <a:pt x="70741" y="13000"/>
                </a:lnTo>
                <a:lnTo>
                  <a:pt x="70602" y="13258"/>
                </a:lnTo>
                <a:lnTo>
                  <a:pt x="70453" y="13505"/>
                </a:lnTo>
                <a:lnTo>
                  <a:pt x="70292" y="13742"/>
                </a:lnTo>
                <a:lnTo>
                  <a:pt x="70121" y="13967"/>
                </a:lnTo>
                <a:lnTo>
                  <a:pt x="69939" y="14182"/>
                </a:lnTo>
                <a:lnTo>
                  <a:pt x="69746" y="14386"/>
                </a:lnTo>
                <a:lnTo>
                  <a:pt x="12699" y="71334"/>
                </a:lnTo>
                <a:lnTo>
                  <a:pt x="0" y="71334"/>
                </a:lnTo>
                <a:lnTo>
                  <a:pt x="0" y="71334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417986" y="2574564"/>
            <a:ext cx="8036" cy="8036"/>
          </a:xfrm>
          <a:custGeom>
            <a:avLst/>
            <a:gdLst/>
            <a:ahLst/>
            <a:cxnLst/>
            <a:rect l="l" t="t" r="r" b="b"/>
            <a:pathLst>
              <a:path w="8036" h="8036">
                <a:moveTo>
                  <a:pt x="4067" y="8036"/>
                </a:moveTo>
                <a:lnTo>
                  <a:pt x="8036" y="4068"/>
                </a:lnTo>
                <a:lnTo>
                  <a:pt x="3968" y="0"/>
                </a:lnTo>
                <a:lnTo>
                  <a:pt x="0" y="3969"/>
                </a:lnTo>
                <a:lnTo>
                  <a:pt x="4067" y="8036"/>
                </a:lnTo>
                <a:lnTo>
                  <a:pt x="4067" y="8036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60495" y="2531229"/>
            <a:ext cx="690370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Generation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71595" y="2656323"/>
            <a:ext cx="932888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answers with [n]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71595" y="2766813"/>
            <a:ext cx="879345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no [Wn] · EN/CN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71595" y="2877302"/>
            <a:ext cx="1093517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budget &amp; early stop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505702" y="177799"/>
            <a:ext cx="1159506" cy="330199"/>
          </a:xfrm>
          <a:prstGeom prst="roundRect">
            <a:avLst>
              <a:gd name="adj" fmla="val 10000"/>
            </a:avLst>
          </a:prstGeom>
          <a:solidFill>
            <a:srgbClr val="C87558"/>
          </a:solidFill>
          <a:ln w="889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2595766" y="293261"/>
            <a:ext cx="100543" cy="100543"/>
          </a:xfrm>
          <a:custGeom>
            <a:avLst/>
            <a:gdLst/>
            <a:ahLst/>
            <a:cxnLst/>
            <a:rect l="l" t="t" r="r" b="b"/>
            <a:pathLst>
              <a:path w="100543" h="100543">
                <a:moveTo>
                  <a:pt x="30665" y="96584"/>
                </a:moveTo>
                <a:lnTo>
                  <a:pt x="28409" y="95551"/>
                </a:lnTo>
                <a:lnTo>
                  <a:pt x="26227" y="94428"/>
                </a:lnTo>
                <a:lnTo>
                  <a:pt x="24120" y="93218"/>
                </a:lnTo>
                <a:lnTo>
                  <a:pt x="22088" y="91919"/>
                </a:lnTo>
                <a:lnTo>
                  <a:pt x="20130" y="90531"/>
                </a:lnTo>
                <a:lnTo>
                  <a:pt x="18247" y="89056"/>
                </a:lnTo>
                <a:lnTo>
                  <a:pt x="16438" y="87491"/>
                </a:lnTo>
                <a:lnTo>
                  <a:pt x="14704" y="85839"/>
                </a:lnTo>
                <a:lnTo>
                  <a:pt x="13052" y="84105"/>
                </a:lnTo>
                <a:lnTo>
                  <a:pt x="11487" y="82296"/>
                </a:lnTo>
                <a:lnTo>
                  <a:pt x="10012" y="80413"/>
                </a:lnTo>
                <a:lnTo>
                  <a:pt x="8624" y="78455"/>
                </a:lnTo>
                <a:lnTo>
                  <a:pt x="7325" y="76423"/>
                </a:lnTo>
                <a:lnTo>
                  <a:pt x="6115" y="74316"/>
                </a:lnTo>
                <a:lnTo>
                  <a:pt x="4992" y="72134"/>
                </a:lnTo>
                <a:lnTo>
                  <a:pt x="3959" y="69878"/>
                </a:lnTo>
                <a:lnTo>
                  <a:pt x="3031" y="67564"/>
                </a:lnTo>
                <a:lnTo>
                  <a:pt x="2227" y="65212"/>
                </a:lnTo>
                <a:lnTo>
                  <a:pt x="1546" y="62820"/>
                </a:lnTo>
                <a:lnTo>
                  <a:pt x="989" y="60389"/>
                </a:lnTo>
                <a:lnTo>
                  <a:pt x="556" y="57919"/>
                </a:lnTo>
                <a:lnTo>
                  <a:pt x="247" y="55409"/>
                </a:lnTo>
                <a:lnTo>
                  <a:pt x="61" y="52860"/>
                </a:lnTo>
                <a:lnTo>
                  <a:pt x="0" y="50272"/>
                </a:lnTo>
                <a:lnTo>
                  <a:pt x="61" y="47684"/>
                </a:lnTo>
                <a:lnTo>
                  <a:pt x="247" y="45135"/>
                </a:lnTo>
                <a:lnTo>
                  <a:pt x="556" y="42625"/>
                </a:lnTo>
                <a:lnTo>
                  <a:pt x="989" y="40155"/>
                </a:lnTo>
                <a:lnTo>
                  <a:pt x="1546" y="37724"/>
                </a:lnTo>
                <a:lnTo>
                  <a:pt x="2227" y="35332"/>
                </a:lnTo>
                <a:lnTo>
                  <a:pt x="3031" y="32979"/>
                </a:lnTo>
                <a:lnTo>
                  <a:pt x="3959" y="30666"/>
                </a:lnTo>
                <a:lnTo>
                  <a:pt x="4992" y="28410"/>
                </a:lnTo>
                <a:lnTo>
                  <a:pt x="6115" y="26228"/>
                </a:lnTo>
                <a:lnTo>
                  <a:pt x="7325" y="24121"/>
                </a:lnTo>
                <a:lnTo>
                  <a:pt x="8624" y="22088"/>
                </a:lnTo>
                <a:lnTo>
                  <a:pt x="10012" y="20131"/>
                </a:lnTo>
                <a:lnTo>
                  <a:pt x="11487" y="18247"/>
                </a:lnTo>
                <a:lnTo>
                  <a:pt x="13052" y="16439"/>
                </a:lnTo>
                <a:lnTo>
                  <a:pt x="14704" y="14705"/>
                </a:lnTo>
                <a:lnTo>
                  <a:pt x="16438" y="13052"/>
                </a:lnTo>
                <a:lnTo>
                  <a:pt x="18247" y="11488"/>
                </a:lnTo>
                <a:lnTo>
                  <a:pt x="20130" y="10012"/>
                </a:lnTo>
                <a:lnTo>
                  <a:pt x="22088" y="8625"/>
                </a:lnTo>
                <a:lnTo>
                  <a:pt x="24120" y="7326"/>
                </a:lnTo>
                <a:lnTo>
                  <a:pt x="26227" y="6115"/>
                </a:lnTo>
                <a:lnTo>
                  <a:pt x="28409" y="4993"/>
                </a:lnTo>
                <a:lnTo>
                  <a:pt x="30665" y="3959"/>
                </a:lnTo>
                <a:lnTo>
                  <a:pt x="32979" y="3031"/>
                </a:lnTo>
                <a:lnTo>
                  <a:pt x="35331" y="2227"/>
                </a:lnTo>
                <a:lnTo>
                  <a:pt x="37723" y="1547"/>
                </a:lnTo>
                <a:lnTo>
                  <a:pt x="40154" y="990"/>
                </a:lnTo>
                <a:lnTo>
                  <a:pt x="42624" y="557"/>
                </a:lnTo>
                <a:lnTo>
                  <a:pt x="45134" y="248"/>
                </a:lnTo>
                <a:lnTo>
                  <a:pt x="47683" y="62"/>
                </a:lnTo>
                <a:lnTo>
                  <a:pt x="50271" y="0"/>
                </a:lnTo>
                <a:lnTo>
                  <a:pt x="52859" y="62"/>
                </a:lnTo>
                <a:lnTo>
                  <a:pt x="55408" y="248"/>
                </a:lnTo>
                <a:lnTo>
                  <a:pt x="57918" y="557"/>
                </a:lnTo>
                <a:lnTo>
                  <a:pt x="60388" y="990"/>
                </a:lnTo>
                <a:lnTo>
                  <a:pt x="62819" y="1547"/>
                </a:lnTo>
                <a:lnTo>
                  <a:pt x="65211" y="2227"/>
                </a:lnTo>
                <a:lnTo>
                  <a:pt x="67564" y="3031"/>
                </a:lnTo>
                <a:lnTo>
                  <a:pt x="69877" y="3959"/>
                </a:lnTo>
                <a:lnTo>
                  <a:pt x="72133" y="4993"/>
                </a:lnTo>
                <a:lnTo>
                  <a:pt x="74315" y="6115"/>
                </a:lnTo>
                <a:lnTo>
                  <a:pt x="76422" y="7326"/>
                </a:lnTo>
                <a:lnTo>
                  <a:pt x="78455" y="8625"/>
                </a:lnTo>
                <a:lnTo>
                  <a:pt x="80412" y="10012"/>
                </a:lnTo>
                <a:lnTo>
                  <a:pt x="82296" y="11488"/>
                </a:lnTo>
                <a:lnTo>
                  <a:pt x="84104" y="13052"/>
                </a:lnTo>
                <a:lnTo>
                  <a:pt x="85838" y="14705"/>
                </a:lnTo>
                <a:lnTo>
                  <a:pt x="87491" y="16439"/>
                </a:lnTo>
                <a:lnTo>
                  <a:pt x="89055" y="18247"/>
                </a:lnTo>
                <a:lnTo>
                  <a:pt x="90531" y="20131"/>
                </a:lnTo>
                <a:lnTo>
                  <a:pt x="91918" y="22088"/>
                </a:lnTo>
                <a:lnTo>
                  <a:pt x="93217" y="24121"/>
                </a:lnTo>
                <a:lnTo>
                  <a:pt x="94428" y="26228"/>
                </a:lnTo>
                <a:lnTo>
                  <a:pt x="95550" y="28410"/>
                </a:lnTo>
                <a:lnTo>
                  <a:pt x="96584" y="30666"/>
                </a:lnTo>
                <a:lnTo>
                  <a:pt x="97512" y="32979"/>
                </a:lnTo>
                <a:lnTo>
                  <a:pt x="98316" y="35332"/>
                </a:lnTo>
                <a:lnTo>
                  <a:pt x="98996" y="37724"/>
                </a:lnTo>
                <a:lnTo>
                  <a:pt x="99553" y="40155"/>
                </a:lnTo>
                <a:lnTo>
                  <a:pt x="99986" y="42625"/>
                </a:lnTo>
                <a:lnTo>
                  <a:pt x="100295" y="45135"/>
                </a:lnTo>
                <a:lnTo>
                  <a:pt x="100481" y="47684"/>
                </a:lnTo>
                <a:lnTo>
                  <a:pt x="100543" y="50272"/>
                </a:lnTo>
                <a:lnTo>
                  <a:pt x="100481" y="52860"/>
                </a:lnTo>
                <a:lnTo>
                  <a:pt x="100295" y="55409"/>
                </a:lnTo>
                <a:lnTo>
                  <a:pt x="99986" y="57919"/>
                </a:lnTo>
                <a:lnTo>
                  <a:pt x="99553" y="60389"/>
                </a:lnTo>
                <a:lnTo>
                  <a:pt x="98996" y="62820"/>
                </a:lnTo>
                <a:lnTo>
                  <a:pt x="98316" y="65212"/>
                </a:lnTo>
                <a:lnTo>
                  <a:pt x="97512" y="67564"/>
                </a:lnTo>
                <a:lnTo>
                  <a:pt x="96584" y="69878"/>
                </a:lnTo>
                <a:lnTo>
                  <a:pt x="95550" y="72134"/>
                </a:lnTo>
                <a:lnTo>
                  <a:pt x="94428" y="74316"/>
                </a:lnTo>
                <a:lnTo>
                  <a:pt x="93217" y="76423"/>
                </a:lnTo>
                <a:lnTo>
                  <a:pt x="91918" y="78455"/>
                </a:lnTo>
                <a:lnTo>
                  <a:pt x="90531" y="80413"/>
                </a:lnTo>
                <a:lnTo>
                  <a:pt x="89055" y="82296"/>
                </a:lnTo>
                <a:lnTo>
                  <a:pt x="87491" y="84105"/>
                </a:lnTo>
                <a:lnTo>
                  <a:pt x="85838" y="85839"/>
                </a:lnTo>
                <a:lnTo>
                  <a:pt x="84104" y="87491"/>
                </a:lnTo>
                <a:lnTo>
                  <a:pt x="82296" y="89056"/>
                </a:lnTo>
                <a:lnTo>
                  <a:pt x="80412" y="90531"/>
                </a:lnTo>
                <a:lnTo>
                  <a:pt x="78455" y="91919"/>
                </a:lnTo>
                <a:lnTo>
                  <a:pt x="76422" y="93218"/>
                </a:lnTo>
                <a:lnTo>
                  <a:pt x="74315" y="94428"/>
                </a:lnTo>
                <a:lnTo>
                  <a:pt x="72133" y="95551"/>
                </a:lnTo>
                <a:lnTo>
                  <a:pt x="69877" y="96584"/>
                </a:lnTo>
                <a:lnTo>
                  <a:pt x="67564" y="97512"/>
                </a:lnTo>
                <a:lnTo>
                  <a:pt x="65211" y="98316"/>
                </a:lnTo>
                <a:lnTo>
                  <a:pt x="62819" y="98997"/>
                </a:lnTo>
                <a:lnTo>
                  <a:pt x="60388" y="99554"/>
                </a:lnTo>
                <a:lnTo>
                  <a:pt x="57918" y="99987"/>
                </a:lnTo>
                <a:lnTo>
                  <a:pt x="55408" y="100296"/>
                </a:lnTo>
                <a:lnTo>
                  <a:pt x="52859" y="100481"/>
                </a:lnTo>
                <a:lnTo>
                  <a:pt x="50271" y="100543"/>
                </a:lnTo>
                <a:lnTo>
                  <a:pt x="47683" y="100481"/>
                </a:lnTo>
                <a:lnTo>
                  <a:pt x="45134" y="100296"/>
                </a:lnTo>
                <a:lnTo>
                  <a:pt x="42624" y="99987"/>
                </a:lnTo>
                <a:lnTo>
                  <a:pt x="40154" y="99554"/>
                </a:lnTo>
                <a:lnTo>
                  <a:pt x="37723" y="98997"/>
                </a:lnTo>
                <a:lnTo>
                  <a:pt x="35331" y="98316"/>
                </a:lnTo>
                <a:lnTo>
                  <a:pt x="32979" y="97512"/>
                </a:lnTo>
                <a:lnTo>
                  <a:pt x="30665" y="96584"/>
                </a:lnTo>
                <a:lnTo>
                  <a:pt x="30665" y="9658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2603306" y="333604"/>
            <a:ext cx="37327" cy="52534"/>
          </a:xfrm>
          <a:custGeom>
            <a:avLst/>
            <a:gdLst/>
            <a:ahLst/>
            <a:cxnLst/>
            <a:rect l="l" t="t" r="r" b="b"/>
            <a:pathLst>
              <a:path w="37327" h="52534">
                <a:moveTo>
                  <a:pt x="37327" y="52534"/>
                </a:moveTo>
                <a:lnTo>
                  <a:pt x="37327" y="42228"/>
                </a:lnTo>
                <a:lnTo>
                  <a:pt x="36249" y="42177"/>
                </a:lnTo>
                <a:lnTo>
                  <a:pt x="35214" y="42024"/>
                </a:lnTo>
                <a:lnTo>
                  <a:pt x="34222" y="41769"/>
                </a:lnTo>
                <a:lnTo>
                  <a:pt x="33274" y="41411"/>
                </a:lnTo>
                <a:lnTo>
                  <a:pt x="32369" y="40952"/>
                </a:lnTo>
                <a:lnTo>
                  <a:pt x="31506" y="40390"/>
                </a:lnTo>
                <a:lnTo>
                  <a:pt x="30688" y="39726"/>
                </a:lnTo>
                <a:lnTo>
                  <a:pt x="29912" y="38961"/>
                </a:lnTo>
                <a:lnTo>
                  <a:pt x="29205" y="38126"/>
                </a:lnTo>
                <a:lnTo>
                  <a:pt x="28592" y="37256"/>
                </a:lnTo>
                <a:lnTo>
                  <a:pt x="28074" y="36351"/>
                </a:lnTo>
                <a:lnTo>
                  <a:pt x="27650" y="35410"/>
                </a:lnTo>
                <a:lnTo>
                  <a:pt x="27320" y="34434"/>
                </a:lnTo>
                <a:lnTo>
                  <a:pt x="27084" y="33423"/>
                </a:lnTo>
                <a:lnTo>
                  <a:pt x="26943" y="32376"/>
                </a:lnTo>
                <a:lnTo>
                  <a:pt x="26896" y="31294"/>
                </a:lnTo>
                <a:lnTo>
                  <a:pt x="26896" y="25764"/>
                </a:lnTo>
                <a:lnTo>
                  <a:pt x="1131" y="0"/>
                </a:lnTo>
                <a:lnTo>
                  <a:pt x="980" y="628"/>
                </a:lnTo>
                <a:lnTo>
                  <a:pt x="841" y="1253"/>
                </a:lnTo>
                <a:lnTo>
                  <a:pt x="713" y="1877"/>
                </a:lnTo>
                <a:lnTo>
                  <a:pt x="597" y="2498"/>
                </a:lnTo>
                <a:lnTo>
                  <a:pt x="493" y="3118"/>
                </a:lnTo>
                <a:lnTo>
                  <a:pt x="401" y="3735"/>
                </a:lnTo>
                <a:lnTo>
                  <a:pt x="320" y="4351"/>
                </a:lnTo>
                <a:lnTo>
                  <a:pt x="252" y="4965"/>
                </a:lnTo>
                <a:lnTo>
                  <a:pt x="193" y="5578"/>
                </a:lnTo>
                <a:lnTo>
                  <a:pt x="142" y="6194"/>
                </a:lnTo>
                <a:lnTo>
                  <a:pt x="99" y="6811"/>
                </a:lnTo>
                <a:lnTo>
                  <a:pt x="63" y="7431"/>
                </a:lnTo>
                <a:lnTo>
                  <a:pt x="36" y="8052"/>
                </a:lnTo>
                <a:lnTo>
                  <a:pt x="16" y="8676"/>
                </a:lnTo>
                <a:lnTo>
                  <a:pt x="4" y="9301"/>
                </a:lnTo>
                <a:lnTo>
                  <a:pt x="0" y="9929"/>
                </a:lnTo>
                <a:lnTo>
                  <a:pt x="166" y="13949"/>
                </a:lnTo>
                <a:lnTo>
                  <a:pt x="664" y="17839"/>
                </a:lnTo>
                <a:lnTo>
                  <a:pt x="1494" y="21599"/>
                </a:lnTo>
                <a:lnTo>
                  <a:pt x="2655" y="25230"/>
                </a:lnTo>
                <a:lnTo>
                  <a:pt x="4149" y="28732"/>
                </a:lnTo>
                <a:lnTo>
                  <a:pt x="5974" y="32103"/>
                </a:lnTo>
                <a:lnTo>
                  <a:pt x="8131" y="35345"/>
                </a:lnTo>
                <a:lnTo>
                  <a:pt x="10620" y="38458"/>
                </a:lnTo>
                <a:lnTo>
                  <a:pt x="13361" y="41345"/>
                </a:lnTo>
                <a:lnTo>
                  <a:pt x="16272" y="43909"/>
                </a:lnTo>
                <a:lnTo>
                  <a:pt x="19354" y="46152"/>
                </a:lnTo>
                <a:lnTo>
                  <a:pt x="22607" y="48072"/>
                </a:lnTo>
                <a:lnTo>
                  <a:pt x="26031" y="49671"/>
                </a:lnTo>
                <a:lnTo>
                  <a:pt x="29625" y="50947"/>
                </a:lnTo>
                <a:lnTo>
                  <a:pt x="33391" y="51902"/>
                </a:lnTo>
                <a:lnTo>
                  <a:pt x="37327" y="52534"/>
                </a:lnTo>
                <a:lnTo>
                  <a:pt x="37327" y="525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2624672" y="303441"/>
            <a:ext cx="64096" cy="69124"/>
          </a:xfrm>
          <a:custGeom>
            <a:avLst/>
            <a:gdLst/>
            <a:ahLst/>
            <a:cxnLst/>
            <a:rect l="l" t="t" r="r" b="b"/>
            <a:pathLst>
              <a:path w="64096" h="69124">
                <a:moveTo>
                  <a:pt x="52911" y="69124"/>
                </a:moveTo>
                <a:lnTo>
                  <a:pt x="54251" y="67593"/>
                </a:lnTo>
                <a:lnTo>
                  <a:pt x="55507" y="66017"/>
                </a:lnTo>
                <a:lnTo>
                  <a:pt x="56678" y="64396"/>
                </a:lnTo>
                <a:lnTo>
                  <a:pt x="57765" y="62730"/>
                </a:lnTo>
                <a:lnTo>
                  <a:pt x="58767" y="61018"/>
                </a:lnTo>
                <a:lnTo>
                  <a:pt x="59685" y="59262"/>
                </a:lnTo>
                <a:lnTo>
                  <a:pt x="60519" y="57460"/>
                </a:lnTo>
                <a:lnTo>
                  <a:pt x="61268" y="55613"/>
                </a:lnTo>
                <a:lnTo>
                  <a:pt x="61931" y="53735"/>
                </a:lnTo>
                <a:lnTo>
                  <a:pt x="62505" y="51839"/>
                </a:lnTo>
                <a:lnTo>
                  <a:pt x="62991" y="49925"/>
                </a:lnTo>
                <a:lnTo>
                  <a:pt x="63389" y="47994"/>
                </a:lnTo>
                <a:lnTo>
                  <a:pt x="63698" y="46045"/>
                </a:lnTo>
                <a:lnTo>
                  <a:pt x="63919" y="44078"/>
                </a:lnTo>
                <a:lnTo>
                  <a:pt x="64052" y="42094"/>
                </a:lnTo>
                <a:lnTo>
                  <a:pt x="64096" y="40092"/>
                </a:lnTo>
                <a:lnTo>
                  <a:pt x="63982" y="36800"/>
                </a:lnTo>
                <a:lnTo>
                  <a:pt x="63640" y="33584"/>
                </a:lnTo>
                <a:lnTo>
                  <a:pt x="63071" y="30445"/>
                </a:lnTo>
                <a:lnTo>
                  <a:pt x="62274" y="27383"/>
                </a:lnTo>
                <a:lnTo>
                  <a:pt x="61249" y="24397"/>
                </a:lnTo>
                <a:lnTo>
                  <a:pt x="59996" y="21487"/>
                </a:lnTo>
                <a:lnTo>
                  <a:pt x="58515" y="18655"/>
                </a:lnTo>
                <a:lnTo>
                  <a:pt x="56807" y="15899"/>
                </a:lnTo>
                <a:lnTo>
                  <a:pt x="54908" y="13272"/>
                </a:lnTo>
                <a:lnTo>
                  <a:pt x="52856" y="10828"/>
                </a:lnTo>
                <a:lnTo>
                  <a:pt x="50650" y="8567"/>
                </a:lnTo>
                <a:lnTo>
                  <a:pt x="48292" y="6488"/>
                </a:lnTo>
                <a:lnTo>
                  <a:pt x="45780" y="4592"/>
                </a:lnTo>
                <a:lnTo>
                  <a:pt x="43115" y="2879"/>
                </a:lnTo>
                <a:lnTo>
                  <a:pt x="40297" y="1348"/>
                </a:lnTo>
                <a:lnTo>
                  <a:pt x="37326" y="0"/>
                </a:lnTo>
                <a:lnTo>
                  <a:pt x="37326" y="2263"/>
                </a:lnTo>
                <a:lnTo>
                  <a:pt x="37279" y="3345"/>
                </a:lnTo>
                <a:lnTo>
                  <a:pt x="37138" y="4391"/>
                </a:lnTo>
                <a:lnTo>
                  <a:pt x="36902" y="5403"/>
                </a:lnTo>
                <a:lnTo>
                  <a:pt x="36572" y="6378"/>
                </a:lnTo>
                <a:lnTo>
                  <a:pt x="36148" y="7319"/>
                </a:lnTo>
                <a:lnTo>
                  <a:pt x="35630" y="8224"/>
                </a:lnTo>
                <a:lnTo>
                  <a:pt x="35017" y="9094"/>
                </a:lnTo>
                <a:lnTo>
                  <a:pt x="34310" y="9929"/>
                </a:lnTo>
                <a:lnTo>
                  <a:pt x="33534" y="10695"/>
                </a:lnTo>
                <a:lnTo>
                  <a:pt x="32716" y="11359"/>
                </a:lnTo>
                <a:lnTo>
                  <a:pt x="31853" y="11920"/>
                </a:lnTo>
                <a:lnTo>
                  <a:pt x="30948" y="12380"/>
                </a:lnTo>
                <a:lnTo>
                  <a:pt x="30000" y="12737"/>
                </a:lnTo>
                <a:lnTo>
                  <a:pt x="29008" y="12992"/>
                </a:lnTo>
                <a:lnTo>
                  <a:pt x="27973" y="13146"/>
                </a:lnTo>
                <a:lnTo>
                  <a:pt x="26895" y="13197"/>
                </a:lnTo>
                <a:lnTo>
                  <a:pt x="15961" y="13197"/>
                </a:lnTo>
                <a:lnTo>
                  <a:pt x="15961" y="24131"/>
                </a:lnTo>
                <a:lnTo>
                  <a:pt x="15934" y="24653"/>
                </a:lnTo>
                <a:lnTo>
                  <a:pt x="15855" y="25152"/>
                </a:lnTo>
                <a:lnTo>
                  <a:pt x="15722" y="25627"/>
                </a:lnTo>
                <a:lnTo>
                  <a:pt x="15537" y="26079"/>
                </a:lnTo>
                <a:lnTo>
                  <a:pt x="15298" y="26507"/>
                </a:lnTo>
                <a:lnTo>
                  <a:pt x="15007" y="26911"/>
                </a:lnTo>
                <a:lnTo>
                  <a:pt x="14662" y="27292"/>
                </a:lnTo>
                <a:lnTo>
                  <a:pt x="14264" y="27650"/>
                </a:lnTo>
                <a:lnTo>
                  <a:pt x="13833" y="27974"/>
                </a:lnTo>
                <a:lnTo>
                  <a:pt x="13388" y="28254"/>
                </a:lnTo>
                <a:lnTo>
                  <a:pt x="12930" y="28492"/>
                </a:lnTo>
                <a:lnTo>
                  <a:pt x="12458" y="28686"/>
                </a:lnTo>
                <a:lnTo>
                  <a:pt x="11972" y="28838"/>
                </a:lnTo>
                <a:lnTo>
                  <a:pt x="11472" y="28946"/>
                </a:lnTo>
                <a:lnTo>
                  <a:pt x="10958" y="29010"/>
                </a:lnTo>
                <a:lnTo>
                  <a:pt x="10431" y="29032"/>
                </a:lnTo>
                <a:lnTo>
                  <a:pt x="0" y="29032"/>
                </a:lnTo>
                <a:lnTo>
                  <a:pt x="0" y="40092"/>
                </a:lnTo>
                <a:lnTo>
                  <a:pt x="32425" y="40092"/>
                </a:lnTo>
                <a:lnTo>
                  <a:pt x="32947" y="40117"/>
                </a:lnTo>
                <a:lnTo>
                  <a:pt x="33446" y="40194"/>
                </a:lnTo>
                <a:lnTo>
                  <a:pt x="33921" y="40322"/>
                </a:lnTo>
                <a:lnTo>
                  <a:pt x="34373" y="40500"/>
                </a:lnTo>
                <a:lnTo>
                  <a:pt x="34801" y="40730"/>
                </a:lnTo>
                <a:lnTo>
                  <a:pt x="35206" y="41011"/>
                </a:lnTo>
                <a:lnTo>
                  <a:pt x="35586" y="41343"/>
                </a:lnTo>
                <a:lnTo>
                  <a:pt x="35944" y="41726"/>
                </a:lnTo>
                <a:lnTo>
                  <a:pt x="36268" y="42142"/>
                </a:lnTo>
                <a:lnTo>
                  <a:pt x="36549" y="42574"/>
                </a:lnTo>
                <a:lnTo>
                  <a:pt x="36786" y="43022"/>
                </a:lnTo>
                <a:lnTo>
                  <a:pt x="36981" y="43485"/>
                </a:lnTo>
                <a:lnTo>
                  <a:pt x="37132" y="43964"/>
                </a:lnTo>
                <a:lnTo>
                  <a:pt x="37240" y="44459"/>
                </a:lnTo>
                <a:lnTo>
                  <a:pt x="37305" y="44970"/>
                </a:lnTo>
                <a:lnTo>
                  <a:pt x="37326" y="45496"/>
                </a:lnTo>
                <a:lnTo>
                  <a:pt x="37326" y="61457"/>
                </a:lnTo>
                <a:lnTo>
                  <a:pt x="42731" y="61457"/>
                </a:lnTo>
                <a:lnTo>
                  <a:pt x="43628" y="61491"/>
                </a:lnTo>
                <a:lnTo>
                  <a:pt x="44498" y="61591"/>
                </a:lnTo>
                <a:lnTo>
                  <a:pt x="45340" y="61758"/>
                </a:lnTo>
                <a:lnTo>
                  <a:pt x="46155" y="61991"/>
                </a:lnTo>
                <a:lnTo>
                  <a:pt x="46943" y="62292"/>
                </a:lnTo>
                <a:lnTo>
                  <a:pt x="47703" y="62659"/>
                </a:lnTo>
                <a:lnTo>
                  <a:pt x="48435" y="63093"/>
                </a:lnTo>
                <a:lnTo>
                  <a:pt x="49140" y="63594"/>
                </a:lnTo>
                <a:lnTo>
                  <a:pt x="49804" y="64148"/>
                </a:lnTo>
                <a:lnTo>
                  <a:pt x="50413" y="64741"/>
                </a:lnTo>
                <a:lnTo>
                  <a:pt x="50966" y="65373"/>
                </a:lnTo>
                <a:lnTo>
                  <a:pt x="51465" y="66045"/>
                </a:lnTo>
                <a:lnTo>
                  <a:pt x="51909" y="66755"/>
                </a:lnTo>
                <a:lnTo>
                  <a:pt x="52298" y="67506"/>
                </a:lnTo>
                <a:lnTo>
                  <a:pt x="52632" y="68295"/>
                </a:lnTo>
                <a:lnTo>
                  <a:pt x="52911" y="69124"/>
                </a:lnTo>
                <a:lnTo>
                  <a:pt x="52911" y="691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34301" y="226059"/>
            <a:ext cx="643126" cy="16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Web agent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34301" y="353821"/>
            <a:ext cx="665173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FBEAE1"/>
                </a:solidFill>
                <a:latin typeface="Arial"/>
              </a:rPr>
              <a:t>timely info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43801" y="584198"/>
            <a:ext cx="1083306" cy="424179"/>
          </a:xfrm>
          <a:prstGeom prst="roundRect">
            <a:avLst>
              <a:gd name="adj" fmla="val 10000"/>
            </a:avLst>
          </a:prstGeom>
          <a:solidFill>
            <a:srgbClr val="FBEAE1"/>
          </a:solidFill>
          <a:ln w="762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619048" y="655641"/>
            <a:ext cx="79370" cy="79370"/>
          </a:xfrm>
          <a:custGeom>
            <a:avLst/>
            <a:gdLst/>
            <a:ahLst/>
            <a:cxnLst/>
            <a:rect l="l" t="t" r="r" b="b"/>
            <a:pathLst>
              <a:path w="79370" h="79370">
                <a:moveTo>
                  <a:pt x="24208" y="76244"/>
                </a:moveTo>
                <a:lnTo>
                  <a:pt x="22427" y="75428"/>
                </a:lnTo>
                <a:lnTo>
                  <a:pt x="20705" y="74542"/>
                </a:lnTo>
                <a:lnTo>
                  <a:pt x="19041" y="73587"/>
                </a:lnTo>
                <a:lnTo>
                  <a:pt x="17437" y="72561"/>
                </a:lnTo>
                <a:lnTo>
                  <a:pt x="15891" y="71466"/>
                </a:lnTo>
                <a:lnTo>
                  <a:pt x="14405" y="70301"/>
                </a:lnTo>
                <a:lnTo>
                  <a:pt x="12977" y="69066"/>
                </a:lnTo>
                <a:lnTo>
                  <a:pt x="11608" y="67762"/>
                </a:lnTo>
                <a:lnTo>
                  <a:pt x="10304" y="66393"/>
                </a:lnTo>
                <a:lnTo>
                  <a:pt x="9069" y="64965"/>
                </a:lnTo>
                <a:lnTo>
                  <a:pt x="7904" y="63479"/>
                </a:lnTo>
                <a:lnTo>
                  <a:pt x="6809" y="61933"/>
                </a:lnTo>
                <a:lnTo>
                  <a:pt x="5783" y="60329"/>
                </a:lnTo>
                <a:lnTo>
                  <a:pt x="4827" y="58665"/>
                </a:lnTo>
                <a:lnTo>
                  <a:pt x="3942" y="56943"/>
                </a:lnTo>
                <a:lnTo>
                  <a:pt x="3125" y="55162"/>
                </a:lnTo>
                <a:lnTo>
                  <a:pt x="2393" y="53336"/>
                </a:lnTo>
                <a:lnTo>
                  <a:pt x="1758" y="51479"/>
                </a:lnTo>
                <a:lnTo>
                  <a:pt x="1221" y="49590"/>
                </a:lnTo>
                <a:lnTo>
                  <a:pt x="782" y="47671"/>
                </a:lnTo>
                <a:lnTo>
                  <a:pt x="440" y="45721"/>
                </a:lnTo>
                <a:lnTo>
                  <a:pt x="196" y="43740"/>
                </a:lnTo>
                <a:lnTo>
                  <a:pt x="49" y="41728"/>
                </a:lnTo>
                <a:lnTo>
                  <a:pt x="0" y="39685"/>
                </a:lnTo>
                <a:lnTo>
                  <a:pt x="49" y="37642"/>
                </a:lnTo>
                <a:lnTo>
                  <a:pt x="196" y="35629"/>
                </a:lnTo>
                <a:lnTo>
                  <a:pt x="440" y="33648"/>
                </a:lnTo>
                <a:lnTo>
                  <a:pt x="782" y="31698"/>
                </a:lnTo>
                <a:lnTo>
                  <a:pt x="1221" y="29779"/>
                </a:lnTo>
                <a:lnTo>
                  <a:pt x="1758" y="27891"/>
                </a:lnTo>
                <a:lnTo>
                  <a:pt x="2393" y="26034"/>
                </a:lnTo>
                <a:lnTo>
                  <a:pt x="3125" y="24208"/>
                </a:lnTo>
                <a:lnTo>
                  <a:pt x="3942" y="22426"/>
                </a:lnTo>
                <a:lnTo>
                  <a:pt x="4827" y="20704"/>
                </a:lnTo>
                <a:lnTo>
                  <a:pt x="5783" y="19041"/>
                </a:lnTo>
                <a:lnTo>
                  <a:pt x="6809" y="17436"/>
                </a:lnTo>
                <a:lnTo>
                  <a:pt x="7904" y="15891"/>
                </a:lnTo>
                <a:lnTo>
                  <a:pt x="9069" y="14404"/>
                </a:lnTo>
                <a:lnTo>
                  <a:pt x="10304" y="12977"/>
                </a:lnTo>
                <a:lnTo>
                  <a:pt x="11608" y="11608"/>
                </a:lnTo>
                <a:lnTo>
                  <a:pt x="12977" y="10303"/>
                </a:lnTo>
                <a:lnTo>
                  <a:pt x="14405" y="9068"/>
                </a:lnTo>
                <a:lnTo>
                  <a:pt x="15891" y="7904"/>
                </a:lnTo>
                <a:lnTo>
                  <a:pt x="17437" y="6808"/>
                </a:lnTo>
                <a:lnTo>
                  <a:pt x="19041" y="5783"/>
                </a:lnTo>
                <a:lnTo>
                  <a:pt x="20705" y="4827"/>
                </a:lnTo>
                <a:lnTo>
                  <a:pt x="22427" y="3941"/>
                </a:lnTo>
                <a:lnTo>
                  <a:pt x="24208" y="3125"/>
                </a:lnTo>
                <a:lnTo>
                  <a:pt x="26034" y="2393"/>
                </a:lnTo>
                <a:lnTo>
                  <a:pt x="27891" y="1758"/>
                </a:lnTo>
                <a:lnTo>
                  <a:pt x="29779" y="1221"/>
                </a:lnTo>
                <a:lnTo>
                  <a:pt x="31698" y="781"/>
                </a:lnTo>
                <a:lnTo>
                  <a:pt x="33649" y="439"/>
                </a:lnTo>
                <a:lnTo>
                  <a:pt x="35630" y="195"/>
                </a:lnTo>
                <a:lnTo>
                  <a:pt x="37642" y="49"/>
                </a:lnTo>
                <a:lnTo>
                  <a:pt x="39685" y="0"/>
                </a:lnTo>
                <a:lnTo>
                  <a:pt x="41728" y="49"/>
                </a:lnTo>
                <a:lnTo>
                  <a:pt x="43740" y="195"/>
                </a:lnTo>
                <a:lnTo>
                  <a:pt x="45721" y="439"/>
                </a:lnTo>
                <a:lnTo>
                  <a:pt x="47672" y="781"/>
                </a:lnTo>
                <a:lnTo>
                  <a:pt x="49591" y="1221"/>
                </a:lnTo>
                <a:lnTo>
                  <a:pt x="51479" y="1758"/>
                </a:lnTo>
                <a:lnTo>
                  <a:pt x="53336" y="2393"/>
                </a:lnTo>
                <a:lnTo>
                  <a:pt x="55162" y="3125"/>
                </a:lnTo>
                <a:lnTo>
                  <a:pt x="56943" y="3941"/>
                </a:lnTo>
                <a:lnTo>
                  <a:pt x="58666" y="4827"/>
                </a:lnTo>
                <a:lnTo>
                  <a:pt x="60329" y="5783"/>
                </a:lnTo>
                <a:lnTo>
                  <a:pt x="61933" y="6808"/>
                </a:lnTo>
                <a:lnTo>
                  <a:pt x="63479" y="7904"/>
                </a:lnTo>
                <a:lnTo>
                  <a:pt x="64966" y="9068"/>
                </a:lnTo>
                <a:lnTo>
                  <a:pt x="66393" y="10303"/>
                </a:lnTo>
                <a:lnTo>
                  <a:pt x="67762" y="11608"/>
                </a:lnTo>
                <a:lnTo>
                  <a:pt x="69067" y="12977"/>
                </a:lnTo>
                <a:lnTo>
                  <a:pt x="70301" y="14404"/>
                </a:lnTo>
                <a:lnTo>
                  <a:pt x="71466" y="15891"/>
                </a:lnTo>
                <a:lnTo>
                  <a:pt x="72561" y="17436"/>
                </a:lnTo>
                <a:lnTo>
                  <a:pt x="73587" y="19041"/>
                </a:lnTo>
                <a:lnTo>
                  <a:pt x="74543" y="20704"/>
                </a:lnTo>
                <a:lnTo>
                  <a:pt x="75429" y="22426"/>
                </a:lnTo>
                <a:lnTo>
                  <a:pt x="76245" y="24208"/>
                </a:lnTo>
                <a:lnTo>
                  <a:pt x="76977" y="26034"/>
                </a:lnTo>
                <a:lnTo>
                  <a:pt x="77612" y="27891"/>
                </a:lnTo>
                <a:lnTo>
                  <a:pt x="78149" y="29779"/>
                </a:lnTo>
                <a:lnTo>
                  <a:pt x="78589" y="31698"/>
                </a:lnTo>
                <a:lnTo>
                  <a:pt x="78930" y="33648"/>
                </a:lnTo>
                <a:lnTo>
                  <a:pt x="79175" y="35629"/>
                </a:lnTo>
                <a:lnTo>
                  <a:pt x="79321" y="37642"/>
                </a:lnTo>
                <a:lnTo>
                  <a:pt x="79370" y="39685"/>
                </a:lnTo>
                <a:lnTo>
                  <a:pt x="79321" y="41728"/>
                </a:lnTo>
                <a:lnTo>
                  <a:pt x="79175" y="43740"/>
                </a:lnTo>
                <a:lnTo>
                  <a:pt x="78930" y="45721"/>
                </a:lnTo>
                <a:lnTo>
                  <a:pt x="78589" y="47671"/>
                </a:lnTo>
                <a:lnTo>
                  <a:pt x="78149" y="49590"/>
                </a:lnTo>
                <a:lnTo>
                  <a:pt x="77612" y="51479"/>
                </a:lnTo>
                <a:lnTo>
                  <a:pt x="76977" y="53336"/>
                </a:lnTo>
                <a:lnTo>
                  <a:pt x="76245" y="55162"/>
                </a:lnTo>
                <a:lnTo>
                  <a:pt x="75429" y="56943"/>
                </a:lnTo>
                <a:lnTo>
                  <a:pt x="74543" y="58665"/>
                </a:lnTo>
                <a:lnTo>
                  <a:pt x="73587" y="60329"/>
                </a:lnTo>
                <a:lnTo>
                  <a:pt x="72561" y="61933"/>
                </a:lnTo>
                <a:lnTo>
                  <a:pt x="71466" y="63479"/>
                </a:lnTo>
                <a:lnTo>
                  <a:pt x="70301" y="64965"/>
                </a:lnTo>
                <a:lnTo>
                  <a:pt x="69067" y="66393"/>
                </a:lnTo>
                <a:lnTo>
                  <a:pt x="67762" y="67762"/>
                </a:lnTo>
                <a:lnTo>
                  <a:pt x="66393" y="69066"/>
                </a:lnTo>
                <a:lnTo>
                  <a:pt x="64966" y="70301"/>
                </a:lnTo>
                <a:lnTo>
                  <a:pt x="63479" y="71466"/>
                </a:lnTo>
                <a:lnTo>
                  <a:pt x="61933" y="72561"/>
                </a:lnTo>
                <a:lnTo>
                  <a:pt x="60329" y="73587"/>
                </a:lnTo>
                <a:lnTo>
                  <a:pt x="58666" y="74542"/>
                </a:lnTo>
                <a:lnTo>
                  <a:pt x="56943" y="75428"/>
                </a:lnTo>
                <a:lnTo>
                  <a:pt x="55162" y="76244"/>
                </a:lnTo>
                <a:lnTo>
                  <a:pt x="53336" y="76977"/>
                </a:lnTo>
                <a:lnTo>
                  <a:pt x="51479" y="77612"/>
                </a:lnTo>
                <a:lnTo>
                  <a:pt x="49591" y="78149"/>
                </a:lnTo>
                <a:lnTo>
                  <a:pt x="47672" y="78588"/>
                </a:lnTo>
                <a:lnTo>
                  <a:pt x="45721" y="78930"/>
                </a:lnTo>
                <a:lnTo>
                  <a:pt x="43740" y="79174"/>
                </a:lnTo>
                <a:lnTo>
                  <a:pt x="41728" y="79321"/>
                </a:lnTo>
                <a:lnTo>
                  <a:pt x="39685" y="79370"/>
                </a:lnTo>
                <a:lnTo>
                  <a:pt x="37642" y="79321"/>
                </a:lnTo>
                <a:lnTo>
                  <a:pt x="35630" y="79174"/>
                </a:lnTo>
                <a:lnTo>
                  <a:pt x="33649" y="78930"/>
                </a:lnTo>
                <a:lnTo>
                  <a:pt x="31698" y="78588"/>
                </a:lnTo>
                <a:lnTo>
                  <a:pt x="29779" y="78149"/>
                </a:lnTo>
                <a:lnTo>
                  <a:pt x="27891" y="77612"/>
                </a:lnTo>
                <a:lnTo>
                  <a:pt x="26034" y="76977"/>
                </a:lnTo>
                <a:lnTo>
                  <a:pt x="24208" y="76244"/>
                </a:lnTo>
                <a:lnTo>
                  <a:pt x="24208" y="76244"/>
                </a:lnTo>
                <a:close/>
              </a:path>
            </a:pathLst>
          </a:cu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2625001" y="687488"/>
            <a:ext cx="29466" cy="41471"/>
          </a:xfrm>
          <a:custGeom>
            <a:avLst/>
            <a:gdLst/>
            <a:ahLst/>
            <a:cxnLst/>
            <a:rect l="l" t="t" r="r" b="b"/>
            <a:pathLst>
              <a:path w="29466" h="41471">
                <a:moveTo>
                  <a:pt x="29466" y="41471"/>
                </a:moveTo>
                <a:lnTo>
                  <a:pt x="29466" y="33335"/>
                </a:lnTo>
                <a:lnTo>
                  <a:pt x="28615" y="33295"/>
                </a:lnTo>
                <a:lnTo>
                  <a:pt x="27798" y="33174"/>
                </a:lnTo>
                <a:lnTo>
                  <a:pt x="27015" y="32972"/>
                </a:lnTo>
                <a:lnTo>
                  <a:pt x="26266" y="32690"/>
                </a:lnTo>
                <a:lnTo>
                  <a:pt x="25552" y="32328"/>
                </a:lnTo>
                <a:lnTo>
                  <a:pt x="24871" y="31884"/>
                </a:lnTo>
                <a:lnTo>
                  <a:pt x="24225" y="31360"/>
                </a:lnTo>
                <a:lnTo>
                  <a:pt x="23612" y="30756"/>
                </a:lnTo>
                <a:lnTo>
                  <a:pt x="23054" y="30097"/>
                </a:lnTo>
                <a:lnTo>
                  <a:pt x="22571" y="29410"/>
                </a:lnTo>
                <a:lnTo>
                  <a:pt x="22161" y="28696"/>
                </a:lnTo>
                <a:lnTo>
                  <a:pt x="21827" y="27953"/>
                </a:lnTo>
                <a:lnTo>
                  <a:pt x="21566" y="27183"/>
                </a:lnTo>
                <a:lnTo>
                  <a:pt x="21380" y="26384"/>
                </a:lnTo>
                <a:lnTo>
                  <a:pt x="21269" y="25558"/>
                </a:lnTo>
                <a:lnTo>
                  <a:pt x="21231" y="24704"/>
                </a:lnTo>
                <a:lnTo>
                  <a:pt x="21231" y="20338"/>
                </a:lnTo>
                <a:lnTo>
                  <a:pt x="893" y="0"/>
                </a:lnTo>
                <a:lnTo>
                  <a:pt x="773" y="495"/>
                </a:lnTo>
                <a:lnTo>
                  <a:pt x="663" y="989"/>
                </a:lnTo>
                <a:lnTo>
                  <a:pt x="563" y="1481"/>
                </a:lnTo>
                <a:lnTo>
                  <a:pt x="471" y="1972"/>
                </a:lnTo>
                <a:lnTo>
                  <a:pt x="389" y="2461"/>
                </a:lnTo>
                <a:lnTo>
                  <a:pt x="316" y="2948"/>
                </a:lnTo>
                <a:lnTo>
                  <a:pt x="253" y="3434"/>
                </a:lnTo>
                <a:lnTo>
                  <a:pt x="198" y="3919"/>
                </a:lnTo>
                <a:lnTo>
                  <a:pt x="152" y="4403"/>
                </a:lnTo>
                <a:lnTo>
                  <a:pt x="112" y="4889"/>
                </a:lnTo>
                <a:lnTo>
                  <a:pt x="77" y="5377"/>
                </a:lnTo>
                <a:lnTo>
                  <a:pt x="50" y="5866"/>
                </a:lnTo>
                <a:lnTo>
                  <a:pt x="28" y="6357"/>
                </a:lnTo>
                <a:lnTo>
                  <a:pt x="12" y="6849"/>
                </a:lnTo>
                <a:lnTo>
                  <a:pt x="3" y="7342"/>
                </a:lnTo>
                <a:lnTo>
                  <a:pt x="0" y="7838"/>
                </a:lnTo>
                <a:lnTo>
                  <a:pt x="131" y="11011"/>
                </a:lnTo>
                <a:lnTo>
                  <a:pt x="524" y="14082"/>
                </a:lnTo>
                <a:lnTo>
                  <a:pt x="1179" y="17050"/>
                </a:lnTo>
                <a:lnTo>
                  <a:pt x="2096" y="19917"/>
                </a:lnTo>
                <a:lnTo>
                  <a:pt x="3275" y="22681"/>
                </a:lnTo>
                <a:lnTo>
                  <a:pt x="4716" y="25342"/>
                </a:lnTo>
                <a:lnTo>
                  <a:pt x="6418" y="27902"/>
                </a:lnTo>
                <a:lnTo>
                  <a:pt x="8383" y="30359"/>
                </a:lnTo>
                <a:lnTo>
                  <a:pt x="10547" y="32638"/>
                </a:lnTo>
                <a:lnTo>
                  <a:pt x="12845" y="34662"/>
                </a:lnTo>
                <a:lnTo>
                  <a:pt x="15278" y="36432"/>
                </a:lnTo>
                <a:lnTo>
                  <a:pt x="17846" y="37949"/>
                </a:lnTo>
                <a:lnTo>
                  <a:pt x="20548" y="39210"/>
                </a:lnTo>
                <a:lnTo>
                  <a:pt x="23386" y="40218"/>
                </a:lnTo>
                <a:lnTo>
                  <a:pt x="26359" y="40971"/>
                </a:lnTo>
                <a:lnTo>
                  <a:pt x="29466" y="41471"/>
                </a:lnTo>
                <a:lnTo>
                  <a:pt x="29466" y="41471"/>
                </a:lnTo>
                <a:close/>
              </a:path>
            </a:pathLst>
          </a:cu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2641867" y="663677"/>
            <a:ext cx="50598" cy="54567"/>
          </a:xfrm>
          <a:custGeom>
            <a:avLst/>
            <a:gdLst/>
            <a:ahLst/>
            <a:cxnLst/>
            <a:rect l="l" t="t" r="r" b="b"/>
            <a:pathLst>
              <a:path w="50598" h="54567">
                <a:moveTo>
                  <a:pt x="41768" y="54567"/>
                </a:moveTo>
                <a:lnTo>
                  <a:pt x="42826" y="53358"/>
                </a:lnTo>
                <a:lnTo>
                  <a:pt x="43818" y="52114"/>
                </a:lnTo>
                <a:lnTo>
                  <a:pt x="44742" y="50835"/>
                </a:lnTo>
                <a:lnTo>
                  <a:pt x="45600" y="49519"/>
                </a:lnTo>
                <a:lnTo>
                  <a:pt x="46392" y="48168"/>
                </a:lnTo>
                <a:lnTo>
                  <a:pt x="47116" y="46782"/>
                </a:lnTo>
                <a:lnTo>
                  <a:pt x="47774" y="45359"/>
                </a:lnTo>
                <a:lnTo>
                  <a:pt x="48366" y="43901"/>
                </a:lnTo>
                <a:lnTo>
                  <a:pt x="48889" y="42419"/>
                </a:lnTo>
                <a:lnTo>
                  <a:pt x="49342" y="40922"/>
                </a:lnTo>
                <a:lnTo>
                  <a:pt x="49726" y="39411"/>
                </a:lnTo>
                <a:lnTo>
                  <a:pt x="50040" y="37887"/>
                </a:lnTo>
                <a:lnTo>
                  <a:pt x="50284" y="36348"/>
                </a:lnTo>
                <a:lnTo>
                  <a:pt x="50459" y="34796"/>
                </a:lnTo>
                <a:lnTo>
                  <a:pt x="50563" y="33229"/>
                </a:lnTo>
                <a:lnTo>
                  <a:pt x="50598" y="31649"/>
                </a:lnTo>
                <a:lnTo>
                  <a:pt x="50508" y="29050"/>
                </a:lnTo>
                <a:lnTo>
                  <a:pt x="50238" y="26511"/>
                </a:lnTo>
                <a:lnTo>
                  <a:pt x="49789" y="24033"/>
                </a:lnTo>
                <a:lnTo>
                  <a:pt x="49160" y="21616"/>
                </a:lnTo>
                <a:lnTo>
                  <a:pt x="48350" y="19259"/>
                </a:lnTo>
                <a:lnTo>
                  <a:pt x="47361" y="16962"/>
                </a:lnTo>
                <a:lnTo>
                  <a:pt x="46193" y="14726"/>
                </a:lnTo>
                <a:lnTo>
                  <a:pt x="44844" y="12550"/>
                </a:lnTo>
                <a:lnTo>
                  <a:pt x="43345" y="10477"/>
                </a:lnTo>
                <a:lnTo>
                  <a:pt x="41725" y="8548"/>
                </a:lnTo>
                <a:lnTo>
                  <a:pt x="39984" y="6763"/>
                </a:lnTo>
                <a:lnTo>
                  <a:pt x="38122" y="5122"/>
                </a:lnTo>
                <a:lnTo>
                  <a:pt x="36140" y="3625"/>
                </a:lnTo>
                <a:lnTo>
                  <a:pt x="34036" y="2273"/>
                </a:lnTo>
                <a:lnTo>
                  <a:pt x="31811" y="1064"/>
                </a:lnTo>
                <a:lnTo>
                  <a:pt x="29466" y="0"/>
                </a:lnTo>
                <a:lnTo>
                  <a:pt x="29466" y="1786"/>
                </a:lnTo>
                <a:lnTo>
                  <a:pt x="29429" y="2640"/>
                </a:lnTo>
                <a:lnTo>
                  <a:pt x="29317" y="3466"/>
                </a:lnTo>
                <a:lnTo>
                  <a:pt x="29131" y="4265"/>
                </a:lnTo>
                <a:lnTo>
                  <a:pt x="28871" y="5035"/>
                </a:lnTo>
                <a:lnTo>
                  <a:pt x="28536" y="5778"/>
                </a:lnTo>
                <a:lnTo>
                  <a:pt x="28127" y="6492"/>
                </a:lnTo>
                <a:lnTo>
                  <a:pt x="27643" y="7179"/>
                </a:lnTo>
                <a:lnTo>
                  <a:pt x="27085" y="7838"/>
                </a:lnTo>
                <a:lnTo>
                  <a:pt x="26473" y="8442"/>
                </a:lnTo>
                <a:lnTo>
                  <a:pt x="25826" y="8966"/>
                </a:lnTo>
                <a:lnTo>
                  <a:pt x="25146" y="9410"/>
                </a:lnTo>
                <a:lnTo>
                  <a:pt x="24431" y="9772"/>
                </a:lnTo>
                <a:lnTo>
                  <a:pt x="23682" y="10055"/>
                </a:lnTo>
                <a:lnTo>
                  <a:pt x="22899" y="10256"/>
                </a:lnTo>
                <a:lnTo>
                  <a:pt x="22082" y="10377"/>
                </a:lnTo>
                <a:lnTo>
                  <a:pt x="21231" y="10417"/>
                </a:lnTo>
                <a:lnTo>
                  <a:pt x="12600" y="10417"/>
                </a:lnTo>
                <a:lnTo>
                  <a:pt x="12600" y="19049"/>
                </a:lnTo>
                <a:lnTo>
                  <a:pt x="12579" y="19461"/>
                </a:lnTo>
                <a:lnTo>
                  <a:pt x="12516" y="19855"/>
                </a:lnTo>
                <a:lnTo>
                  <a:pt x="12412" y="20230"/>
                </a:lnTo>
                <a:lnTo>
                  <a:pt x="12265" y="20587"/>
                </a:lnTo>
                <a:lnTo>
                  <a:pt x="12077" y="20925"/>
                </a:lnTo>
                <a:lnTo>
                  <a:pt x="11847" y="21244"/>
                </a:lnTo>
                <a:lnTo>
                  <a:pt x="11574" y="21545"/>
                </a:lnTo>
                <a:lnTo>
                  <a:pt x="11261" y="21827"/>
                </a:lnTo>
                <a:lnTo>
                  <a:pt x="10920" y="22083"/>
                </a:lnTo>
                <a:lnTo>
                  <a:pt x="10569" y="22304"/>
                </a:lnTo>
                <a:lnTo>
                  <a:pt x="10207" y="22492"/>
                </a:lnTo>
                <a:lnTo>
                  <a:pt x="9834" y="22645"/>
                </a:lnTo>
                <a:lnTo>
                  <a:pt x="9451" y="22765"/>
                </a:lnTo>
                <a:lnTo>
                  <a:pt x="9056" y="22850"/>
                </a:lnTo>
                <a:lnTo>
                  <a:pt x="8651" y="22901"/>
                </a:lnTo>
                <a:lnTo>
                  <a:pt x="8235" y="22918"/>
                </a:lnTo>
                <a:lnTo>
                  <a:pt x="0" y="22918"/>
                </a:lnTo>
                <a:lnTo>
                  <a:pt x="0" y="31649"/>
                </a:lnTo>
                <a:lnTo>
                  <a:pt x="25597" y="31649"/>
                </a:lnTo>
                <a:lnTo>
                  <a:pt x="26009" y="31669"/>
                </a:lnTo>
                <a:lnTo>
                  <a:pt x="26403" y="31729"/>
                </a:lnTo>
                <a:lnTo>
                  <a:pt x="26778" y="31830"/>
                </a:lnTo>
                <a:lnTo>
                  <a:pt x="27134" y="31971"/>
                </a:lnTo>
                <a:lnTo>
                  <a:pt x="27472" y="32153"/>
                </a:lnTo>
                <a:lnTo>
                  <a:pt x="27792" y="32374"/>
                </a:lnTo>
                <a:lnTo>
                  <a:pt x="28093" y="32636"/>
                </a:lnTo>
                <a:lnTo>
                  <a:pt x="28375" y="32938"/>
                </a:lnTo>
                <a:lnTo>
                  <a:pt x="28630" y="33267"/>
                </a:lnTo>
                <a:lnTo>
                  <a:pt x="28852" y="33608"/>
                </a:lnTo>
                <a:lnTo>
                  <a:pt x="29040" y="33962"/>
                </a:lnTo>
                <a:lnTo>
                  <a:pt x="29193" y="34327"/>
                </a:lnTo>
                <a:lnTo>
                  <a:pt x="29313" y="34706"/>
                </a:lnTo>
                <a:lnTo>
                  <a:pt x="29398" y="35096"/>
                </a:lnTo>
                <a:lnTo>
                  <a:pt x="29449" y="35499"/>
                </a:lnTo>
                <a:lnTo>
                  <a:pt x="29466" y="35915"/>
                </a:lnTo>
                <a:lnTo>
                  <a:pt x="29466" y="48515"/>
                </a:lnTo>
                <a:lnTo>
                  <a:pt x="33732" y="48515"/>
                </a:lnTo>
                <a:lnTo>
                  <a:pt x="34441" y="48541"/>
                </a:lnTo>
                <a:lnTo>
                  <a:pt x="35127" y="48620"/>
                </a:lnTo>
                <a:lnTo>
                  <a:pt x="35792" y="48752"/>
                </a:lnTo>
                <a:lnTo>
                  <a:pt x="36436" y="48936"/>
                </a:lnTo>
                <a:lnTo>
                  <a:pt x="37057" y="49174"/>
                </a:lnTo>
                <a:lnTo>
                  <a:pt x="37657" y="49463"/>
                </a:lnTo>
                <a:lnTo>
                  <a:pt x="38235" y="49806"/>
                </a:lnTo>
                <a:lnTo>
                  <a:pt x="38792" y="50201"/>
                </a:lnTo>
                <a:lnTo>
                  <a:pt x="39316" y="50639"/>
                </a:lnTo>
                <a:lnTo>
                  <a:pt x="39796" y="51107"/>
                </a:lnTo>
                <a:lnTo>
                  <a:pt x="40234" y="51606"/>
                </a:lnTo>
                <a:lnTo>
                  <a:pt x="40627" y="52136"/>
                </a:lnTo>
                <a:lnTo>
                  <a:pt x="40978" y="52697"/>
                </a:lnTo>
                <a:lnTo>
                  <a:pt x="41285" y="53289"/>
                </a:lnTo>
                <a:lnTo>
                  <a:pt x="41548" y="53913"/>
                </a:lnTo>
                <a:lnTo>
                  <a:pt x="41768" y="54567"/>
                </a:lnTo>
                <a:lnTo>
                  <a:pt x="41768" y="54567"/>
                </a:lnTo>
                <a:close/>
              </a:path>
            </a:pathLst>
          </a:cu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21601" y="622425"/>
            <a:ext cx="874621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Server 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32701" y="747519"/>
            <a:ext cx="82580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snippets + URL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32701" y="858009"/>
            <a:ext cx="77225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+ access date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086090" y="1033777"/>
            <a:ext cx="0" cy="63499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2543801" y="1109976"/>
            <a:ext cx="1083306" cy="534668"/>
          </a:xfrm>
          <a:prstGeom prst="roundRect">
            <a:avLst>
              <a:gd name="adj" fmla="val 10000"/>
            </a:avLst>
          </a:prstGeom>
          <a:solidFill>
            <a:srgbClr val="FBEAE1"/>
          </a:solidFill>
          <a:ln w="762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2619048" y="1182689"/>
            <a:ext cx="79370" cy="75401"/>
          </a:xfrm>
          <a:custGeom>
            <a:avLst/>
            <a:gdLst/>
            <a:ahLst/>
            <a:cxnLst/>
            <a:rect l="l" t="t" r="r" b="b"/>
            <a:pathLst>
              <a:path w="79370" h="75401">
                <a:moveTo>
                  <a:pt x="0" y="75401"/>
                </a:moveTo>
                <a:lnTo>
                  <a:pt x="0" y="69449"/>
                </a:lnTo>
                <a:lnTo>
                  <a:pt x="36709" y="69449"/>
                </a:lnTo>
                <a:lnTo>
                  <a:pt x="36709" y="21430"/>
                </a:lnTo>
                <a:lnTo>
                  <a:pt x="36072" y="21189"/>
                </a:lnTo>
                <a:lnTo>
                  <a:pt x="35453" y="20912"/>
                </a:lnTo>
                <a:lnTo>
                  <a:pt x="34851" y="20600"/>
                </a:lnTo>
                <a:lnTo>
                  <a:pt x="34266" y="20252"/>
                </a:lnTo>
                <a:lnTo>
                  <a:pt x="33697" y="19868"/>
                </a:lnTo>
                <a:lnTo>
                  <a:pt x="33146" y="19449"/>
                </a:lnTo>
                <a:lnTo>
                  <a:pt x="32612" y="18994"/>
                </a:lnTo>
                <a:lnTo>
                  <a:pt x="32095" y="18503"/>
                </a:lnTo>
                <a:lnTo>
                  <a:pt x="31605" y="17986"/>
                </a:lnTo>
                <a:lnTo>
                  <a:pt x="31150" y="17452"/>
                </a:lnTo>
                <a:lnTo>
                  <a:pt x="30730" y="16901"/>
                </a:lnTo>
                <a:lnTo>
                  <a:pt x="30347" y="16333"/>
                </a:lnTo>
                <a:lnTo>
                  <a:pt x="29999" y="15748"/>
                </a:lnTo>
                <a:lnTo>
                  <a:pt x="29686" y="15145"/>
                </a:lnTo>
                <a:lnTo>
                  <a:pt x="29410" y="14526"/>
                </a:lnTo>
                <a:lnTo>
                  <a:pt x="29169" y="13890"/>
                </a:lnTo>
                <a:lnTo>
                  <a:pt x="13394" y="13890"/>
                </a:lnTo>
                <a:lnTo>
                  <a:pt x="25795" y="43852"/>
                </a:lnTo>
                <a:lnTo>
                  <a:pt x="25714" y="44947"/>
                </a:lnTo>
                <a:lnTo>
                  <a:pt x="25519" y="46000"/>
                </a:lnTo>
                <a:lnTo>
                  <a:pt x="25212" y="47012"/>
                </a:lnTo>
                <a:lnTo>
                  <a:pt x="24791" y="47982"/>
                </a:lnTo>
                <a:lnTo>
                  <a:pt x="24257" y="48909"/>
                </a:lnTo>
                <a:lnTo>
                  <a:pt x="23610" y="49795"/>
                </a:lnTo>
                <a:lnTo>
                  <a:pt x="22849" y="50639"/>
                </a:lnTo>
                <a:lnTo>
                  <a:pt x="21976" y="51442"/>
                </a:lnTo>
                <a:lnTo>
                  <a:pt x="21020" y="52174"/>
                </a:lnTo>
                <a:lnTo>
                  <a:pt x="20013" y="52809"/>
                </a:lnTo>
                <a:lnTo>
                  <a:pt x="18955" y="53346"/>
                </a:lnTo>
                <a:lnTo>
                  <a:pt x="17846" y="53785"/>
                </a:lnTo>
                <a:lnTo>
                  <a:pt x="16686" y="54127"/>
                </a:lnTo>
                <a:lnTo>
                  <a:pt x="15474" y="54371"/>
                </a:lnTo>
                <a:lnTo>
                  <a:pt x="14212" y="54518"/>
                </a:lnTo>
                <a:lnTo>
                  <a:pt x="12898" y="54567"/>
                </a:lnTo>
                <a:lnTo>
                  <a:pt x="11584" y="54518"/>
                </a:lnTo>
                <a:lnTo>
                  <a:pt x="10321" y="54371"/>
                </a:lnTo>
                <a:lnTo>
                  <a:pt x="9110" y="54127"/>
                </a:lnTo>
                <a:lnTo>
                  <a:pt x="7950" y="53785"/>
                </a:lnTo>
                <a:lnTo>
                  <a:pt x="6840" y="53346"/>
                </a:lnTo>
                <a:lnTo>
                  <a:pt x="5782" y="52809"/>
                </a:lnTo>
                <a:lnTo>
                  <a:pt x="4776" y="52174"/>
                </a:lnTo>
                <a:lnTo>
                  <a:pt x="3820" y="51442"/>
                </a:lnTo>
                <a:lnTo>
                  <a:pt x="2946" y="50639"/>
                </a:lnTo>
                <a:lnTo>
                  <a:pt x="2186" y="49795"/>
                </a:lnTo>
                <a:lnTo>
                  <a:pt x="1539" y="48909"/>
                </a:lnTo>
                <a:lnTo>
                  <a:pt x="1005" y="47982"/>
                </a:lnTo>
                <a:lnTo>
                  <a:pt x="584" y="47012"/>
                </a:lnTo>
                <a:lnTo>
                  <a:pt x="276" y="46000"/>
                </a:lnTo>
                <a:lnTo>
                  <a:pt x="82" y="44947"/>
                </a:lnTo>
                <a:lnTo>
                  <a:pt x="0" y="43852"/>
                </a:lnTo>
                <a:lnTo>
                  <a:pt x="12402" y="13890"/>
                </a:lnTo>
                <a:lnTo>
                  <a:pt x="3969" y="13890"/>
                </a:lnTo>
                <a:lnTo>
                  <a:pt x="3969" y="7937"/>
                </a:lnTo>
                <a:lnTo>
                  <a:pt x="29169" y="7937"/>
                </a:lnTo>
                <a:lnTo>
                  <a:pt x="29493" y="7088"/>
                </a:lnTo>
                <a:lnTo>
                  <a:pt x="29869" y="6278"/>
                </a:lnTo>
                <a:lnTo>
                  <a:pt x="30299" y="5507"/>
                </a:lnTo>
                <a:lnTo>
                  <a:pt x="30781" y="4775"/>
                </a:lnTo>
                <a:lnTo>
                  <a:pt x="31316" y="4081"/>
                </a:lnTo>
                <a:lnTo>
                  <a:pt x="31903" y="3426"/>
                </a:lnTo>
                <a:lnTo>
                  <a:pt x="32543" y="2810"/>
                </a:lnTo>
                <a:lnTo>
                  <a:pt x="33236" y="2232"/>
                </a:lnTo>
                <a:lnTo>
                  <a:pt x="33966" y="1709"/>
                </a:lnTo>
                <a:lnTo>
                  <a:pt x="34718" y="1256"/>
                </a:lnTo>
                <a:lnTo>
                  <a:pt x="35492" y="872"/>
                </a:lnTo>
                <a:lnTo>
                  <a:pt x="36287" y="558"/>
                </a:lnTo>
                <a:lnTo>
                  <a:pt x="37104" y="314"/>
                </a:lnTo>
                <a:lnTo>
                  <a:pt x="37943" y="140"/>
                </a:lnTo>
                <a:lnTo>
                  <a:pt x="38803" y="35"/>
                </a:lnTo>
                <a:lnTo>
                  <a:pt x="39685" y="0"/>
                </a:lnTo>
                <a:lnTo>
                  <a:pt x="40567" y="35"/>
                </a:lnTo>
                <a:lnTo>
                  <a:pt x="41427" y="140"/>
                </a:lnTo>
                <a:lnTo>
                  <a:pt x="42266" y="314"/>
                </a:lnTo>
                <a:lnTo>
                  <a:pt x="43083" y="558"/>
                </a:lnTo>
                <a:lnTo>
                  <a:pt x="43878" y="872"/>
                </a:lnTo>
                <a:lnTo>
                  <a:pt x="44652" y="1256"/>
                </a:lnTo>
                <a:lnTo>
                  <a:pt x="45404" y="1709"/>
                </a:lnTo>
                <a:lnTo>
                  <a:pt x="46134" y="2232"/>
                </a:lnTo>
                <a:lnTo>
                  <a:pt x="46827" y="2810"/>
                </a:lnTo>
                <a:lnTo>
                  <a:pt x="47467" y="3426"/>
                </a:lnTo>
                <a:lnTo>
                  <a:pt x="48055" y="4081"/>
                </a:lnTo>
                <a:lnTo>
                  <a:pt x="48589" y="4775"/>
                </a:lnTo>
                <a:lnTo>
                  <a:pt x="49071" y="5507"/>
                </a:lnTo>
                <a:lnTo>
                  <a:pt x="49501" y="6278"/>
                </a:lnTo>
                <a:lnTo>
                  <a:pt x="49878" y="7088"/>
                </a:lnTo>
                <a:lnTo>
                  <a:pt x="50202" y="7937"/>
                </a:lnTo>
                <a:lnTo>
                  <a:pt x="75401" y="7937"/>
                </a:lnTo>
                <a:lnTo>
                  <a:pt x="75401" y="13890"/>
                </a:lnTo>
                <a:lnTo>
                  <a:pt x="66968" y="13890"/>
                </a:lnTo>
                <a:lnTo>
                  <a:pt x="79370" y="43852"/>
                </a:lnTo>
                <a:lnTo>
                  <a:pt x="79288" y="44947"/>
                </a:lnTo>
                <a:lnTo>
                  <a:pt x="79094" y="46000"/>
                </a:lnTo>
                <a:lnTo>
                  <a:pt x="78786" y="47012"/>
                </a:lnTo>
                <a:lnTo>
                  <a:pt x="78365" y="47982"/>
                </a:lnTo>
                <a:lnTo>
                  <a:pt x="77831" y="48909"/>
                </a:lnTo>
                <a:lnTo>
                  <a:pt x="77184" y="49795"/>
                </a:lnTo>
                <a:lnTo>
                  <a:pt x="76424" y="50639"/>
                </a:lnTo>
                <a:lnTo>
                  <a:pt x="75550" y="51442"/>
                </a:lnTo>
                <a:lnTo>
                  <a:pt x="74595" y="52174"/>
                </a:lnTo>
                <a:lnTo>
                  <a:pt x="73588" y="52809"/>
                </a:lnTo>
                <a:lnTo>
                  <a:pt x="72530" y="53346"/>
                </a:lnTo>
                <a:lnTo>
                  <a:pt x="71420" y="53785"/>
                </a:lnTo>
                <a:lnTo>
                  <a:pt x="70260" y="54127"/>
                </a:lnTo>
                <a:lnTo>
                  <a:pt x="69049" y="54371"/>
                </a:lnTo>
                <a:lnTo>
                  <a:pt x="67786" y="54518"/>
                </a:lnTo>
                <a:lnTo>
                  <a:pt x="66472" y="54567"/>
                </a:lnTo>
                <a:lnTo>
                  <a:pt x="65159" y="54518"/>
                </a:lnTo>
                <a:lnTo>
                  <a:pt x="63896" y="54371"/>
                </a:lnTo>
                <a:lnTo>
                  <a:pt x="62684" y="54127"/>
                </a:lnTo>
                <a:lnTo>
                  <a:pt x="61524" y="53785"/>
                </a:lnTo>
                <a:lnTo>
                  <a:pt x="60415" y="53346"/>
                </a:lnTo>
                <a:lnTo>
                  <a:pt x="59357" y="52809"/>
                </a:lnTo>
                <a:lnTo>
                  <a:pt x="58350" y="52174"/>
                </a:lnTo>
                <a:lnTo>
                  <a:pt x="57394" y="51442"/>
                </a:lnTo>
                <a:lnTo>
                  <a:pt x="56521" y="50639"/>
                </a:lnTo>
                <a:lnTo>
                  <a:pt x="55760" y="49795"/>
                </a:lnTo>
                <a:lnTo>
                  <a:pt x="55113" y="48909"/>
                </a:lnTo>
                <a:lnTo>
                  <a:pt x="54579" y="47982"/>
                </a:lnTo>
                <a:lnTo>
                  <a:pt x="54158" y="47012"/>
                </a:lnTo>
                <a:lnTo>
                  <a:pt x="53851" y="46000"/>
                </a:lnTo>
                <a:lnTo>
                  <a:pt x="53656" y="44947"/>
                </a:lnTo>
                <a:lnTo>
                  <a:pt x="53575" y="43852"/>
                </a:lnTo>
                <a:lnTo>
                  <a:pt x="65976" y="13890"/>
                </a:lnTo>
                <a:lnTo>
                  <a:pt x="50202" y="13890"/>
                </a:lnTo>
                <a:lnTo>
                  <a:pt x="49960" y="14526"/>
                </a:lnTo>
                <a:lnTo>
                  <a:pt x="49684" y="15145"/>
                </a:lnTo>
                <a:lnTo>
                  <a:pt x="49371" y="15748"/>
                </a:lnTo>
                <a:lnTo>
                  <a:pt x="49023" y="16333"/>
                </a:lnTo>
                <a:lnTo>
                  <a:pt x="48640" y="16901"/>
                </a:lnTo>
                <a:lnTo>
                  <a:pt x="48220" y="17452"/>
                </a:lnTo>
                <a:lnTo>
                  <a:pt x="47765" y="17986"/>
                </a:lnTo>
                <a:lnTo>
                  <a:pt x="47275" y="18503"/>
                </a:lnTo>
                <a:lnTo>
                  <a:pt x="46758" y="18994"/>
                </a:lnTo>
                <a:lnTo>
                  <a:pt x="46224" y="19449"/>
                </a:lnTo>
                <a:lnTo>
                  <a:pt x="45673" y="19868"/>
                </a:lnTo>
                <a:lnTo>
                  <a:pt x="45104" y="20252"/>
                </a:lnTo>
                <a:lnTo>
                  <a:pt x="44519" y="20600"/>
                </a:lnTo>
                <a:lnTo>
                  <a:pt x="43917" y="20912"/>
                </a:lnTo>
                <a:lnTo>
                  <a:pt x="43298" y="21189"/>
                </a:lnTo>
                <a:lnTo>
                  <a:pt x="42661" y="21430"/>
                </a:lnTo>
                <a:lnTo>
                  <a:pt x="42661" y="69449"/>
                </a:lnTo>
                <a:lnTo>
                  <a:pt x="79370" y="69449"/>
                </a:lnTo>
                <a:lnTo>
                  <a:pt x="79370" y="75401"/>
                </a:lnTo>
                <a:lnTo>
                  <a:pt x="0" y="75401"/>
                </a:lnTo>
                <a:lnTo>
                  <a:pt x="0" y="75401"/>
                </a:lnTo>
                <a:close/>
              </a:path>
            </a:pathLst>
          </a:cu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Freeform 84"/>
          <p:cNvSpPr/>
          <p:nvPr/>
        </p:nvSpPr>
        <p:spPr>
          <a:xfrm>
            <a:off x="2678079" y="1208087"/>
            <a:ext cx="14882" cy="18255"/>
          </a:xfrm>
          <a:custGeom>
            <a:avLst/>
            <a:gdLst/>
            <a:ahLst/>
            <a:cxnLst/>
            <a:rect l="l" t="t" r="r" b="b"/>
            <a:pathLst>
              <a:path w="14882" h="18255">
                <a:moveTo>
                  <a:pt x="0" y="18255"/>
                </a:moveTo>
                <a:lnTo>
                  <a:pt x="14882" y="18255"/>
                </a:lnTo>
                <a:lnTo>
                  <a:pt x="7441" y="0"/>
                </a:lnTo>
                <a:lnTo>
                  <a:pt x="0" y="18255"/>
                </a:lnTo>
                <a:lnTo>
                  <a:pt x="0" y="18255"/>
                </a:lnTo>
                <a:close/>
              </a:path>
            </a:pathLst>
          </a:cu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2624505" y="1208087"/>
            <a:ext cx="14882" cy="18255"/>
          </a:xfrm>
          <a:custGeom>
            <a:avLst/>
            <a:gdLst/>
            <a:ahLst/>
            <a:cxnLst/>
            <a:rect l="l" t="t" r="r" b="b"/>
            <a:pathLst>
              <a:path w="14882" h="18255">
                <a:moveTo>
                  <a:pt x="0" y="18255"/>
                </a:moveTo>
                <a:lnTo>
                  <a:pt x="14882" y="18255"/>
                </a:lnTo>
                <a:lnTo>
                  <a:pt x="7441" y="0"/>
                </a:lnTo>
                <a:lnTo>
                  <a:pt x="0" y="18255"/>
                </a:lnTo>
                <a:lnTo>
                  <a:pt x="0" y="18255"/>
                </a:lnTo>
                <a:close/>
              </a:path>
            </a:pathLst>
          </a:cu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2653772" y="1188642"/>
            <a:ext cx="9922" cy="9921"/>
          </a:xfrm>
          <a:custGeom>
            <a:avLst/>
            <a:gdLst/>
            <a:ahLst/>
            <a:cxnLst/>
            <a:rect l="l" t="t" r="r" b="b"/>
            <a:pathLst>
              <a:path w="9922" h="9921">
                <a:moveTo>
                  <a:pt x="4961" y="9921"/>
                </a:moveTo>
                <a:lnTo>
                  <a:pt x="5472" y="9898"/>
                </a:lnTo>
                <a:lnTo>
                  <a:pt x="5962" y="9828"/>
                </a:lnTo>
                <a:lnTo>
                  <a:pt x="6433" y="9712"/>
                </a:lnTo>
                <a:lnTo>
                  <a:pt x="6883" y="9549"/>
                </a:lnTo>
                <a:lnTo>
                  <a:pt x="7313" y="9340"/>
                </a:lnTo>
                <a:lnTo>
                  <a:pt x="7723" y="9084"/>
                </a:lnTo>
                <a:lnTo>
                  <a:pt x="8113" y="8782"/>
                </a:lnTo>
                <a:lnTo>
                  <a:pt x="8483" y="8433"/>
                </a:lnTo>
                <a:lnTo>
                  <a:pt x="8820" y="8053"/>
                </a:lnTo>
                <a:lnTo>
                  <a:pt x="9112" y="7658"/>
                </a:lnTo>
                <a:lnTo>
                  <a:pt x="9360" y="7247"/>
                </a:lnTo>
                <a:lnTo>
                  <a:pt x="9562" y="6821"/>
                </a:lnTo>
                <a:lnTo>
                  <a:pt x="9719" y="6379"/>
                </a:lnTo>
                <a:lnTo>
                  <a:pt x="9832" y="5922"/>
                </a:lnTo>
                <a:lnTo>
                  <a:pt x="9899" y="5449"/>
                </a:lnTo>
                <a:lnTo>
                  <a:pt x="9922" y="4960"/>
                </a:lnTo>
                <a:lnTo>
                  <a:pt x="9899" y="4450"/>
                </a:lnTo>
                <a:lnTo>
                  <a:pt x="9832" y="3959"/>
                </a:lnTo>
                <a:lnTo>
                  <a:pt x="9719" y="3489"/>
                </a:lnTo>
                <a:lnTo>
                  <a:pt x="9562" y="3038"/>
                </a:lnTo>
                <a:lnTo>
                  <a:pt x="9360" y="2608"/>
                </a:lnTo>
                <a:lnTo>
                  <a:pt x="9112" y="2198"/>
                </a:lnTo>
                <a:lnTo>
                  <a:pt x="8820" y="1808"/>
                </a:lnTo>
                <a:lnTo>
                  <a:pt x="8483" y="1438"/>
                </a:lnTo>
                <a:lnTo>
                  <a:pt x="8113" y="1101"/>
                </a:lnTo>
                <a:lnTo>
                  <a:pt x="7723" y="809"/>
                </a:lnTo>
                <a:lnTo>
                  <a:pt x="7313" y="562"/>
                </a:lnTo>
                <a:lnTo>
                  <a:pt x="6883" y="359"/>
                </a:lnTo>
                <a:lnTo>
                  <a:pt x="6433" y="202"/>
                </a:lnTo>
                <a:lnTo>
                  <a:pt x="5962" y="90"/>
                </a:lnTo>
                <a:lnTo>
                  <a:pt x="5472" y="22"/>
                </a:lnTo>
                <a:lnTo>
                  <a:pt x="4961" y="0"/>
                </a:lnTo>
                <a:lnTo>
                  <a:pt x="4473" y="22"/>
                </a:lnTo>
                <a:lnTo>
                  <a:pt x="4000" y="90"/>
                </a:lnTo>
                <a:lnTo>
                  <a:pt x="3543" y="202"/>
                </a:lnTo>
                <a:lnTo>
                  <a:pt x="3101" y="359"/>
                </a:lnTo>
                <a:lnTo>
                  <a:pt x="2675" y="562"/>
                </a:lnTo>
                <a:lnTo>
                  <a:pt x="2264" y="809"/>
                </a:lnTo>
                <a:lnTo>
                  <a:pt x="1868" y="1101"/>
                </a:lnTo>
                <a:lnTo>
                  <a:pt x="1489" y="1438"/>
                </a:lnTo>
                <a:lnTo>
                  <a:pt x="1140" y="1808"/>
                </a:lnTo>
                <a:lnTo>
                  <a:pt x="838" y="2198"/>
                </a:lnTo>
                <a:lnTo>
                  <a:pt x="582" y="2608"/>
                </a:lnTo>
                <a:lnTo>
                  <a:pt x="372" y="3038"/>
                </a:lnTo>
                <a:lnTo>
                  <a:pt x="210" y="3489"/>
                </a:lnTo>
                <a:lnTo>
                  <a:pt x="93" y="3959"/>
                </a:lnTo>
                <a:lnTo>
                  <a:pt x="24" y="4450"/>
                </a:lnTo>
                <a:lnTo>
                  <a:pt x="0" y="4960"/>
                </a:lnTo>
                <a:lnTo>
                  <a:pt x="24" y="5449"/>
                </a:lnTo>
                <a:lnTo>
                  <a:pt x="93" y="5922"/>
                </a:lnTo>
                <a:lnTo>
                  <a:pt x="210" y="6379"/>
                </a:lnTo>
                <a:lnTo>
                  <a:pt x="372" y="6821"/>
                </a:lnTo>
                <a:lnTo>
                  <a:pt x="582" y="7247"/>
                </a:lnTo>
                <a:lnTo>
                  <a:pt x="838" y="7658"/>
                </a:lnTo>
                <a:lnTo>
                  <a:pt x="1140" y="8053"/>
                </a:lnTo>
                <a:lnTo>
                  <a:pt x="1489" y="8433"/>
                </a:lnTo>
                <a:lnTo>
                  <a:pt x="1868" y="8782"/>
                </a:lnTo>
                <a:lnTo>
                  <a:pt x="2264" y="9084"/>
                </a:lnTo>
                <a:lnTo>
                  <a:pt x="2675" y="9340"/>
                </a:lnTo>
                <a:lnTo>
                  <a:pt x="3101" y="9549"/>
                </a:lnTo>
                <a:lnTo>
                  <a:pt x="3543" y="9712"/>
                </a:lnTo>
                <a:lnTo>
                  <a:pt x="4000" y="9828"/>
                </a:lnTo>
                <a:lnTo>
                  <a:pt x="4473" y="9898"/>
                </a:lnTo>
                <a:lnTo>
                  <a:pt x="4961" y="9921"/>
                </a:lnTo>
                <a:lnTo>
                  <a:pt x="4961" y="9921"/>
                </a:lnTo>
                <a:close/>
              </a:path>
            </a:pathLst>
          </a:cu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21601" y="1148203"/>
            <a:ext cx="690370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Self-judge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32701" y="1273298"/>
            <a:ext cx="98643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sufficient → stop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632701" y="1383787"/>
            <a:ext cx="879345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otherwise retry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32701" y="1494277"/>
            <a:ext cx="71871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(≤ 2 rounds)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3086090" y="1670044"/>
            <a:ext cx="0" cy="63500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2543801" y="1746244"/>
            <a:ext cx="1083306" cy="534668"/>
          </a:xfrm>
          <a:prstGeom prst="roundRect">
            <a:avLst>
              <a:gd name="adj" fmla="val 10000"/>
            </a:avLst>
          </a:prstGeom>
          <a:solidFill>
            <a:srgbClr val="FBEAE1"/>
          </a:solidFill>
          <a:ln w="762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2623017" y="1814989"/>
            <a:ext cx="71432" cy="87306"/>
          </a:xfrm>
          <a:custGeom>
            <a:avLst/>
            <a:gdLst/>
            <a:ahLst/>
            <a:cxnLst/>
            <a:rect l="l" t="t" r="r" b="b"/>
            <a:pathLst>
              <a:path w="71432" h="87306">
                <a:moveTo>
                  <a:pt x="0" y="87306"/>
                </a:moveTo>
                <a:lnTo>
                  <a:pt x="0" y="58535"/>
                </a:lnTo>
                <a:lnTo>
                  <a:pt x="86" y="56615"/>
                </a:lnTo>
                <a:lnTo>
                  <a:pt x="344" y="54768"/>
                </a:lnTo>
                <a:lnTo>
                  <a:pt x="775" y="52992"/>
                </a:lnTo>
                <a:lnTo>
                  <a:pt x="1378" y="51289"/>
                </a:lnTo>
                <a:lnTo>
                  <a:pt x="2153" y="49658"/>
                </a:lnTo>
                <a:lnTo>
                  <a:pt x="3101" y="48100"/>
                </a:lnTo>
                <a:lnTo>
                  <a:pt x="4221" y="46613"/>
                </a:lnTo>
                <a:lnTo>
                  <a:pt x="5513" y="45199"/>
                </a:lnTo>
                <a:lnTo>
                  <a:pt x="6928" y="43906"/>
                </a:lnTo>
                <a:lnTo>
                  <a:pt x="8414" y="42786"/>
                </a:lnTo>
                <a:lnTo>
                  <a:pt x="9973" y="41838"/>
                </a:lnTo>
                <a:lnTo>
                  <a:pt x="11604" y="41063"/>
                </a:lnTo>
                <a:lnTo>
                  <a:pt x="13307" y="40460"/>
                </a:lnTo>
                <a:lnTo>
                  <a:pt x="15083" y="40029"/>
                </a:lnTo>
                <a:lnTo>
                  <a:pt x="16930" y="39770"/>
                </a:lnTo>
                <a:lnTo>
                  <a:pt x="18850" y="39684"/>
                </a:lnTo>
                <a:lnTo>
                  <a:pt x="24803" y="39684"/>
                </a:lnTo>
                <a:lnTo>
                  <a:pt x="24803" y="5952"/>
                </a:lnTo>
                <a:lnTo>
                  <a:pt x="24830" y="5349"/>
                </a:lnTo>
                <a:lnTo>
                  <a:pt x="24912" y="4769"/>
                </a:lnTo>
                <a:lnTo>
                  <a:pt x="25049" y="4210"/>
                </a:lnTo>
                <a:lnTo>
                  <a:pt x="25240" y="3673"/>
                </a:lnTo>
                <a:lnTo>
                  <a:pt x="25486" y="3159"/>
                </a:lnTo>
                <a:lnTo>
                  <a:pt x="25787" y="2666"/>
                </a:lnTo>
                <a:lnTo>
                  <a:pt x="26142" y="2196"/>
                </a:lnTo>
                <a:lnTo>
                  <a:pt x="26552" y="1748"/>
                </a:lnTo>
                <a:lnTo>
                  <a:pt x="27000" y="1338"/>
                </a:lnTo>
                <a:lnTo>
                  <a:pt x="27470" y="983"/>
                </a:lnTo>
                <a:lnTo>
                  <a:pt x="27962" y="682"/>
                </a:lnTo>
                <a:lnTo>
                  <a:pt x="28477" y="437"/>
                </a:lnTo>
                <a:lnTo>
                  <a:pt x="29013" y="245"/>
                </a:lnTo>
                <a:lnTo>
                  <a:pt x="29572" y="109"/>
                </a:lnTo>
                <a:lnTo>
                  <a:pt x="30153" y="27"/>
                </a:lnTo>
                <a:lnTo>
                  <a:pt x="30755" y="0"/>
                </a:lnTo>
                <a:lnTo>
                  <a:pt x="40677" y="0"/>
                </a:lnTo>
                <a:lnTo>
                  <a:pt x="41279" y="27"/>
                </a:lnTo>
                <a:lnTo>
                  <a:pt x="41860" y="109"/>
                </a:lnTo>
                <a:lnTo>
                  <a:pt x="42419" y="245"/>
                </a:lnTo>
                <a:lnTo>
                  <a:pt x="42956" y="437"/>
                </a:lnTo>
                <a:lnTo>
                  <a:pt x="43470" y="682"/>
                </a:lnTo>
                <a:lnTo>
                  <a:pt x="43963" y="983"/>
                </a:lnTo>
                <a:lnTo>
                  <a:pt x="44433" y="1338"/>
                </a:lnTo>
                <a:lnTo>
                  <a:pt x="44881" y="1748"/>
                </a:lnTo>
                <a:lnTo>
                  <a:pt x="45291" y="2196"/>
                </a:lnTo>
                <a:lnTo>
                  <a:pt x="45646" y="2666"/>
                </a:lnTo>
                <a:lnTo>
                  <a:pt x="45947" y="3159"/>
                </a:lnTo>
                <a:lnTo>
                  <a:pt x="46192" y="3673"/>
                </a:lnTo>
                <a:lnTo>
                  <a:pt x="46384" y="4210"/>
                </a:lnTo>
                <a:lnTo>
                  <a:pt x="46520" y="4769"/>
                </a:lnTo>
                <a:lnTo>
                  <a:pt x="46602" y="5349"/>
                </a:lnTo>
                <a:lnTo>
                  <a:pt x="46629" y="5952"/>
                </a:lnTo>
                <a:lnTo>
                  <a:pt x="46629" y="39684"/>
                </a:lnTo>
                <a:lnTo>
                  <a:pt x="52582" y="39684"/>
                </a:lnTo>
                <a:lnTo>
                  <a:pt x="54502" y="39770"/>
                </a:lnTo>
                <a:lnTo>
                  <a:pt x="56349" y="40029"/>
                </a:lnTo>
                <a:lnTo>
                  <a:pt x="58124" y="40460"/>
                </a:lnTo>
                <a:lnTo>
                  <a:pt x="59828" y="41063"/>
                </a:lnTo>
                <a:lnTo>
                  <a:pt x="61458" y="41838"/>
                </a:lnTo>
                <a:lnTo>
                  <a:pt x="63017" y="42786"/>
                </a:lnTo>
                <a:lnTo>
                  <a:pt x="64504" y="43906"/>
                </a:lnTo>
                <a:lnTo>
                  <a:pt x="65918" y="45199"/>
                </a:lnTo>
                <a:lnTo>
                  <a:pt x="67211" y="46613"/>
                </a:lnTo>
                <a:lnTo>
                  <a:pt x="68331" y="48100"/>
                </a:lnTo>
                <a:lnTo>
                  <a:pt x="69278" y="49658"/>
                </a:lnTo>
                <a:lnTo>
                  <a:pt x="70054" y="51289"/>
                </a:lnTo>
                <a:lnTo>
                  <a:pt x="70657" y="52992"/>
                </a:lnTo>
                <a:lnTo>
                  <a:pt x="71088" y="54768"/>
                </a:lnTo>
                <a:lnTo>
                  <a:pt x="71346" y="56615"/>
                </a:lnTo>
                <a:lnTo>
                  <a:pt x="71432" y="58535"/>
                </a:lnTo>
                <a:lnTo>
                  <a:pt x="71432" y="87306"/>
                </a:lnTo>
                <a:lnTo>
                  <a:pt x="0" y="87306"/>
                </a:lnTo>
                <a:lnTo>
                  <a:pt x="0" y="87306"/>
                </a:lnTo>
                <a:close/>
              </a:path>
            </a:pathLst>
          </a:cu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2628969" y="1860626"/>
            <a:ext cx="59528" cy="35716"/>
          </a:xfrm>
          <a:custGeom>
            <a:avLst/>
            <a:gdLst/>
            <a:ahLst/>
            <a:cxnLst/>
            <a:rect l="l" t="t" r="r" b="b"/>
            <a:pathLst>
              <a:path w="59528" h="35716">
                <a:moveTo>
                  <a:pt x="0" y="35716"/>
                </a:moveTo>
                <a:lnTo>
                  <a:pt x="10418" y="35716"/>
                </a:lnTo>
                <a:lnTo>
                  <a:pt x="10418" y="22819"/>
                </a:lnTo>
                <a:lnTo>
                  <a:pt x="10431" y="22509"/>
                </a:lnTo>
                <a:lnTo>
                  <a:pt x="10472" y="22212"/>
                </a:lnTo>
                <a:lnTo>
                  <a:pt x="10539" y="21928"/>
                </a:lnTo>
                <a:lnTo>
                  <a:pt x="10633" y="21656"/>
                </a:lnTo>
                <a:lnTo>
                  <a:pt x="10754" y="21397"/>
                </a:lnTo>
                <a:lnTo>
                  <a:pt x="10902" y="21151"/>
                </a:lnTo>
                <a:lnTo>
                  <a:pt x="11077" y="20918"/>
                </a:lnTo>
                <a:lnTo>
                  <a:pt x="11279" y="20698"/>
                </a:lnTo>
                <a:lnTo>
                  <a:pt x="11500" y="20497"/>
                </a:lnTo>
                <a:lnTo>
                  <a:pt x="11735" y="20324"/>
                </a:lnTo>
                <a:lnTo>
                  <a:pt x="11982" y="20177"/>
                </a:lnTo>
                <a:lnTo>
                  <a:pt x="12242" y="20056"/>
                </a:lnTo>
                <a:lnTo>
                  <a:pt x="12515" y="19963"/>
                </a:lnTo>
                <a:lnTo>
                  <a:pt x="12801" y="19896"/>
                </a:lnTo>
                <a:lnTo>
                  <a:pt x="13100" y="19856"/>
                </a:lnTo>
                <a:lnTo>
                  <a:pt x="13412" y="19842"/>
                </a:lnTo>
                <a:lnTo>
                  <a:pt x="13723" y="19856"/>
                </a:lnTo>
                <a:lnTo>
                  <a:pt x="14021" y="19896"/>
                </a:lnTo>
                <a:lnTo>
                  <a:pt x="14306" y="19963"/>
                </a:lnTo>
                <a:lnTo>
                  <a:pt x="14577" y="20056"/>
                </a:lnTo>
                <a:lnTo>
                  <a:pt x="14834" y="20177"/>
                </a:lnTo>
                <a:lnTo>
                  <a:pt x="15079" y="20324"/>
                </a:lnTo>
                <a:lnTo>
                  <a:pt x="15310" y="20497"/>
                </a:lnTo>
                <a:lnTo>
                  <a:pt x="15527" y="20698"/>
                </a:lnTo>
                <a:lnTo>
                  <a:pt x="15725" y="20918"/>
                </a:lnTo>
                <a:lnTo>
                  <a:pt x="15896" y="21151"/>
                </a:lnTo>
                <a:lnTo>
                  <a:pt x="16041" y="21397"/>
                </a:lnTo>
                <a:lnTo>
                  <a:pt x="16160" y="21656"/>
                </a:lnTo>
                <a:lnTo>
                  <a:pt x="16252" y="21928"/>
                </a:lnTo>
                <a:lnTo>
                  <a:pt x="16318" y="22212"/>
                </a:lnTo>
                <a:lnTo>
                  <a:pt x="16357" y="22509"/>
                </a:lnTo>
                <a:lnTo>
                  <a:pt x="16370" y="22819"/>
                </a:lnTo>
                <a:lnTo>
                  <a:pt x="16370" y="35716"/>
                </a:lnTo>
                <a:lnTo>
                  <a:pt x="26788" y="35716"/>
                </a:lnTo>
                <a:lnTo>
                  <a:pt x="26788" y="22819"/>
                </a:lnTo>
                <a:lnTo>
                  <a:pt x="26801" y="22509"/>
                </a:lnTo>
                <a:lnTo>
                  <a:pt x="26841" y="22212"/>
                </a:lnTo>
                <a:lnTo>
                  <a:pt x="26909" y="21928"/>
                </a:lnTo>
                <a:lnTo>
                  <a:pt x="27003" y="21656"/>
                </a:lnTo>
                <a:lnTo>
                  <a:pt x="27124" y="21397"/>
                </a:lnTo>
                <a:lnTo>
                  <a:pt x="27272" y="21151"/>
                </a:lnTo>
                <a:lnTo>
                  <a:pt x="27447" y="20918"/>
                </a:lnTo>
                <a:lnTo>
                  <a:pt x="27649" y="20698"/>
                </a:lnTo>
                <a:lnTo>
                  <a:pt x="27870" y="20497"/>
                </a:lnTo>
                <a:lnTo>
                  <a:pt x="28105" y="20324"/>
                </a:lnTo>
                <a:lnTo>
                  <a:pt x="28352" y="20177"/>
                </a:lnTo>
                <a:lnTo>
                  <a:pt x="28612" y="20056"/>
                </a:lnTo>
                <a:lnTo>
                  <a:pt x="28885" y="19963"/>
                </a:lnTo>
                <a:lnTo>
                  <a:pt x="29171" y="19896"/>
                </a:lnTo>
                <a:lnTo>
                  <a:pt x="29470" y="19856"/>
                </a:lnTo>
                <a:lnTo>
                  <a:pt x="29782" y="19842"/>
                </a:lnTo>
                <a:lnTo>
                  <a:pt x="30093" y="19856"/>
                </a:lnTo>
                <a:lnTo>
                  <a:pt x="30391" y="19896"/>
                </a:lnTo>
                <a:lnTo>
                  <a:pt x="30676" y="19963"/>
                </a:lnTo>
                <a:lnTo>
                  <a:pt x="30947" y="20056"/>
                </a:lnTo>
                <a:lnTo>
                  <a:pt x="31204" y="20177"/>
                </a:lnTo>
                <a:lnTo>
                  <a:pt x="31449" y="20324"/>
                </a:lnTo>
                <a:lnTo>
                  <a:pt x="31680" y="20497"/>
                </a:lnTo>
                <a:lnTo>
                  <a:pt x="31897" y="20698"/>
                </a:lnTo>
                <a:lnTo>
                  <a:pt x="32095" y="20918"/>
                </a:lnTo>
                <a:lnTo>
                  <a:pt x="32266" y="21151"/>
                </a:lnTo>
                <a:lnTo>
                  <a:pt x="32411" y="21397"/>
                </a:lnTo>
                <a:lnTo>
                  <a:pt x="32530" y="21656"/>
                </a:lnTo>
                <a:lnTo>
                  <a:pt x="32622" y="21928"/>
                </a:lnTo>
                <a:lnTo>
                  <a:pt x="32688" y="22212"/>
                </a:lnTo>
                <a:lnTo>
                  <a:pt x="32727" y="22509"/>
                </a:lnTo>
                <a:lnTo>
                  <a:pt x="32740" y="22819"/>
                </a:lnTo>
                <a:lnTo>
                  <a:pt x="32740" y="35716"/>
                </a:lnTo>
                <a:lnTo>
                  <a:pt x="43158" y="35716"/>
                </a:lnTo>
                <a:lnTo>
                  <a:pt x="43158" y="22819"/>
                </a:lnTo>
                <a:lnTo>
                  <a:pt x="43171" y="22509"/>
                </a:lnTo>
                <a:lnTo>
                  <a:pt x="43211" y="22212"/>
                </a:lnTo>
                <a:lnTo>
                  <a:pt x="43279" y="21928"/>
                </a:lnTo>
                <a:lnTo>
                  <a:pt x="43373" y="21656"/>
                </a:lnTo>
                <a:lnTo>
                  <a:pt x="43494" y="21397"/>
                </a:lnTo>
                <a:lnTo>
                  <a:pt x="43642" y="21151"/>
                </a:lnTo>
                <a:lnTo>
                  <a:pt x="43817" y="20918"/>
                </a:lnTo>
                <a:lnTo>
                  <a:pt x="44019" y="20698"/>
                </a:lnTo>
                <a:lnTo>
                  <a:pt x="44240" y="20497"/>
                </a:lnTo>
                <a:lnTo>
                  <a:pt x="44475" y="20324"/>
                </a:lnTo>
                <a:lnTo>
                  <a:pt x="44722" y="20177"/>
                </a:lnTo>
                <a:lnTo>
                  <a:pt x="44982" y="20056"/>
                </a:lnTo>
                <a:lnTo>
                  <a:pt x="45255" y="19963"/>
                </a:lnTo>
                <a:lnTo>
                  <a:pt x="45541" y="19896"/>
                </a:lnTo>
                <a:lnTo>
                  <a:pt x="45840" y="19856"/>
                </a:lnTo>
                <a:lnTo>
                  <a:pt x="46152" y="19842"/>
                </a:lnTo>
                <a:lnTo>
                  <a:pt x="46463" y="19856"/>
                </a:lnTo>
                <a:lnTo>
                  <a:pt x="46761" y="19896"/>
                </a:lnTo>
                <a:lnTo>
                  <a:pt x="47046" y="19963"/>
                </a:lnTo>
                <a:lnTo>
                  <a:pt x="47317" y="20056"/>
                </a:lnTo>
                <a:lnTo>
                  <a:pt x="47574" y="20177"/>
                </a:lnTo>
                <a:lnTo>
                  <a:pt x="47819" y="20324"/>
                </a:lnTo>
                <a:lnTo>
                  <a:pt x="48050" y="20497"/>
                </a:lnTo>
                <a:lnTo>
                  <a:pt x="48267" y="20698"/>
                </a:lnTo>
                <a:lnTo>
                  <a:pt x="48465" y="20918"/>
                </a:lnTo>
                <a:lnTo>
                  <a:pt x="48636" y="21151"/>
                </a:lnTo>
                <a:lnTo>
                  <a:pt x="48781" y="21397"/>
                </a:lnTo>
                <a:lnTo>
                  <a:pt x="48900" y="21656"/>
                </a:lnTo>
                <a:lnTo>
                  <a:pt x="48992" y="21928"/>
                </a:lnTo>
                <a:lnTo>
                  <a:pt x="49058" y="22212"/>
                </a:lnTo>
                <a:lnTo>
                  <a:pt x="49097" y="22509"/>
                </a:lnTo>
                <a:lnTo>
                  <a:pt x="49110" y="22819"/>
                </a:lnTo>
                <a:lnTo>
                  <a:pt x="49110" y="35716"/>
                </a:lnTo>
                <a:lnTo>
                  <a:pt x="59528" y="35716"/>
                </a:lnTo>
                <a:lnTo>
                  <a:pt x="59528" y="12898"/>
                </a:lnTo>
                <a:lnTo>
                  <a:pt x="59469" y="11579"/>
                </a:lnTo>
                <a:lnTo>
                  <a:pt x="59293" y="10311"/>
                </a:lnTo>
                <a:lnTo>
                  <a:pt x="58999" y="9094"/>
                </a:lnTo>
                <a:lnTo>
                  <a:pt x="58587" y="7927"/>
                </a:lnTo>
                <a:lnTo>
                  <a:pt x="58058" y="6810"/>
                </a:lnTo>
                <a:lnTo>
                  <a:pt x="57411" y="5744"/>
                </a:lnTo>
                <a:lnTo>
                  <a:pt x="56647" y="4728"/>
                </a:lnTo>
                <a:lnTo>
                  <a:pt x="55766" y="3762"/>
                </a:lnTo>
                <a:lnTo>
                  <a:pt x="54800" y="2880"/>
                </a:lnTo>
                <a:lnTo>
                  <a:pt x="53784" y="2116"/>
                </a:lnTo>
                <a:lnTo>
                  <a:pt x="52718" y="1470"/>
                </a:lnTo>
                <a:lnTo>
                  <a:pt x="51601" y="941"/>
                </a:lnTo>
                <a:lnTo>
                  <a:pt x="50434" y="529"/>
                </a:lnTo>
                <a:lnTo>
                  <a:pt x="49216" y="235"/>
                </a:lnTo>
                <a:lnTo>
                  <a:pt x="47948" y="59"/>
                </a:lnTo>
                <a:lnTo>
                  <a:pt x="46630" y="0"/>
                </a:lnTo>
                <a:lnTo>
                  <a:pt x="12898" y="0"/>
                </a:lnTo>
                <a:lnTo>
                  <a:pt x="11580" y="59"/>
                </a:lnTo>
                <a:lnTo>
                  <a:pt x="10312" y="235"/>
                </a:lnTo>
                <a:lnTo>
                  <a:pt x="9094" y="529"/>
                </a:lnTo>
                <a:lnTo>
                  <a:pt x="7927" y="941"/>
                </a:lnTo>
                <a:lnTo>
                  <a:pt x="6810" y="1470"/>
                </a:lnTo>
                <a:lnTo>
                  <a:pt x="5744" y="2116"/>
                </a:lnTo>
                <a:lnTo>
                  <a:pt x="4728" y="2880"/>
                </a:lnTo>
                <a:lnTo>
                  <a:pt x="3763" y="3762"/>
                </a:lnTo>
                <a:lnTo>
                  <a:pt x="2881" y="4728"/>
                </a:lnTo>
                <a:lnTo>
                  <a:pt x="2117" y="5744"/>
                </a:lnTo>
                <a:lnTo>
                  <a:pt x="1470" y="6810"/>
                </a:lnTo>
                <a:lnTo>
                  <a:pt x="941" y="7927"/>
                </a:lnTo>
                <a:lnTo>
                  <a:pt x="529" y="9094"/>
                </a:lnTo>
                <a:lnTo>
                  <a:pt x="236" y="10311"/>
                </a:lnTo>
                <a:lnTo>
                  <a:pt x="59" y="11579"/>
                </a:lnTo>
                <a:lnTo>
                  <a:pt x="0" y="12898"/>
                </a:lnTo>
                <a:lnTo>
                  <a:pt x="0" y="35716"/>
                </a:lnTo>
                <a:lnTo>
                  <a:pt x="0" y="35716"/>
                </a:lnTo>
                <a:close/>
              </a:path>
            </a:pathLst>
          </a:cu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721601" y="1784471"/>
            <a:ext cx="567536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Cleaning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632701" y="1909566"/>
            <a:ext cx="98643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remove duplicates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632701" y="2020055"/>
            <a:ext cx="71871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keep snippet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632701" y="2130545"/>
            <a:ext cx="71871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+ URL + date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3086090" y="2306312"/>
            <a:ext cx="0" cy="63500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2543801" y="2382512"/>
            <a:ext cx="1083306" cy="534668"/>
          </a:xfrm>
          <a:prstGeom prst="roundRect">
            <a:avLst>
              <a:gd name="adj" fmla="val 10000"/>
            </a:avLst>
          </a:prstGeom>
          <a:solidFill>
            <a:srgbClr val="FBEAE1"/>
          </a:solidFill>
          <a:ln w="762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2623017" y="2498184"/>
            <a:ext cx="71432" cy="31450"/>
          </a:xfrm>
          <a:custGeom>
            <a:avLst/>
            <a:gdLst/>
            <a:ahLst/>
            <a:cxnLst/>
            <a:rect l="l" t="t" r="r" b="b"/>
            <a:pathLst>
              <a:path w="71432" h="31450">
                <a:moveTo>
                  <a:pt x="35716" y="31450"/>
                </a:moveTo>
                <a:lnTo>
                  <a:pt x="0" y="3671"/>
                </a:lnTo>
                <a:lnTo>
                  <a:pt x="4960" y="0"/>
                </a:lnTo>
                <a:lnTo>
                  <a:pt x="35716" y="23910"/>
                </a:lnTo>
                <a:lnTo>
                  <a:pt x="66472" y="0"/>
                </a:lnTo>
                <a:lnTo>
                  <a:pt x="71432" y="3671"/>
                </a:lnTo>
                <a:lnTo>
                  <a:pt x="35716" y="31450"/>
                </a:lnTo>
                <a:lnTo>
                  <a:pt x="35716" y="31450"/>
                </a:lnTo>
                <a:close/>
              </a:path>
            </a:pathLst>
          </a:cu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2623017" y="2458995"/>
            <a:ext cx="71432" cy="55559"/>
          </a:xfrm>
          <a:custGeom>
            <a:avLst/>
            <a:gdLst/>
            <a:ahLst/>
            <a:cxnLst/>
            <a:rect l="l" t="t" r="r" b="b"/>
            <a:pathLst>
              <a:path w="71432" h="55559">
                <a:moveTo>
                  <a:pt x="35716" y="55559"/>
                </a:moveTo>
                <a:lnTo>
                  <a:pt x="0" y="27779"/>
                </a:lnTo>
                <a:lnTo>
                  <a:pt x="35716" y="0"/>
                </a:lnTo>
                <a:lnTo>
                  <a:pt x="71432" y="27779"/>
                </a:lnTo>
                <a:lnTo>
                  <a:pt x="35716" y="55559"/>
                </a:lnTo>
                <a:lnTo>
                  <a:pt x="35716" y="55559"/>
                </a:lnTo>
                <a:close/>
              </a:path>
            </a:pathLst>
          </a:cu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721601" y="2420739"/>
            <a:ext cx="506119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Tiering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632701" y="2545833"/>
            <a:ext cx="71871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T1 · T2 · T3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632701" y="2656323"/>
            <a:ext cx="71871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(annotation,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632701" y="2766813"/>
            <a:ext cx="77225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not a filter)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766807" y="177799"/>
            <a:ext cx="1159506" cy="330199"/>
          </a:xfrm>
          <a:prstGeom prst="roundRect">
            <a:avLst>
              <a:gd name="adj" fmla="val 10000"/>
            </a:avLst>
          </a:prstGeom>
          <a:solidFill>
            <a:srgbClr val="BE9346"/>
          </a:solidFill>
          <a:ln w="889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3883767" y="325309"/>
            <a:ext cx="46501" cy="33808"/>
          </a:xfrm>
          <a:custGeom>
            <a:avLst/>
            <a:gdLst/>
            <a:ahLst/>
            <a:cxnLst/>
            <a:rect l="l" t="t" r="r" b="b"/>
            <a:pathLst>
              <a:path w="46501" h="33808">
                <a:moveTo>
                  <a:pt x="17846" y="33808"/>
                </a:moveTo>
                <a:lnTo>
                  <a:pt x="46501" y="5153"/>
                </a:lnTo>
                <a:lnTo>
                  <a:pt x="41222" y="0"/>
                </a:lnTo>
                <a:lnTo>
                  <a:pt x="18223" y="23000"/>
                </a:lnTo>
                <a:lnTo>
                  <a:pt x="5530" y="10306"/>
                </a:lnTo>
                <a:lnTo>
                  <a:pt x="0" y="15836"/>
                </a:lnTo>
                <a:lnTo>
                  <a:pt x="17846" y="33808"/>
                </a:lnTo>
                <a:lnTo>
                  <a:pt x="17846" y="3380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3866926" y="293136"/>
            <a:ext cx="80434" cy="100543"/>
          </a:xfrm>
          <a:custGeom>
            <a:avLst/>
            <a:gdLst/>
            <a:ahLst/>
            <a:cxnLst/>
            <a:rect l="l" t="t" r="r" b="b"/>
            <a:pathLst>
              <a:path w="80434" h="100543">
                <a:moveTo>
                  <a:pt x="40217" y="100543"/>
                </a:moveTo>
                <a:lnTo>
                  <a:pt x="35916" y="99261"/>
                </a:lnTo>
                <a:lnTo>
                  <a:pt x="31812" y="97617"/>
                </a:lnTo>
                <a:lnTo>
                  <a:pt x="27904" y="95609"/>
                </a:lnTo>
                <a:lnTo>
                  <a:pt x="24193" y="93238"/>
                </a:lnTo>
                <a:lnTo>
                  <a:pt x="20678" y="90503"/>
                </a:lnTo>
                <a:lnTo>
                  <a:pt x="17359" y="87405"/>
                </a:lnTo>
                <a:lnTo>
                  <a:pt x="14237" y="83944"/>
                </a:lnTo>
                <a:lnTo>
                  <a:pt x="11311" y="80120"/>
                </a:lnTo>
                <a:lnTo>
                  <a:pt x="8660" y="76066"/>
                </a:lnTo>
                <a:lnTo>
                  <a:pt x="6362" y="71915"/>
                </a:lnTo>
                <a:lnTo>
                  <a:pt x="4418" y="67669"/>
                </a:lnTo>
                <a:lnTo>
                  <a:pt x="2827" y="63326"/>
                </a:lnTo>
                <a:lnTo>
                  <a:pt x="1590" y="58887"/>
                </a:lnTo>
                <a:lnTo>
                  <a:pt x="707" y="54352"/>
                </a:lnTo>
                <a:lnTo>
                  <a:pt x="176" y="49720"/>
                </a:lnTo>
                <a:lnTo>
                  <a:pt x="0" y="44993"/>
                </a:lnTo>
                <a:lnTo>
                  <a:pt x="0" y="15081"/>
                </a:lnTo>
                <a:lnTo>
                  <a:pt x="40217" y="0"/>
                </a:lnTo>
                <a:lnTo>
                  <a:pt x="80434" y="15081"/>
                </a:lnTo>
                <a:lnTo>
                  <a:pt x="80434" y="44993"/>
                </a:lnTo>
                <a:lnTo>
                  <a:pt x="80257" y="49720"/>
                </a:lnTo>
                <a:lnTo>
                  <a:pt x="79727" y="54352"/>
                </a:lnTo>
                <a:lnTo>
                  <a:pt x="78844" y="58887"/>
                </a:lnTo>
                <a:lnTo>
                  <a:pt x="77606" y="63326"/>
                </a:lnTo>
                <a:lnTo>
                  <a:pt x="76016" y="67669"/>
                </a:lnTo>
                <a:lnTo>
                  <a:pt x="74072" y="71915"/>
                </a:lnTo>
                <a:lnTo>
                  <a:pt x="71774" y="76066"/>
                </a:lnTo>
                <a:lnTo>
                  <a:pt x="69123" y="80120"/>
                </a:lnTo>
                <a:lnTo>
                  <a:pt x="66197" y="83944"/>
                </a:lnTo>
                <a:lnTo>
                  <a:pt x="63075" y="87405"/>
                </a:lnTo>
                <a:lnTo>
                  <a:pt x="59756" y="90503"/>
                </a:lnTo>
                <a:lnTo>
                  <a:pt x="56241" y="93238"/>
                </a:lnTo>
                <a:lnTo>
                  <a:pt x="52530" y="95609"/>
                </a:lnTo>
                <a:lnTo>
                  <a:pt x="48622" y="97617"/>
                </a:lnTo>
                <a:lnTo>
                  <a:pt x="44517" y="99261"/>
                </a:lnTo>
                <a:lnTo>
                  <a:pt x="40217" y="100543"/>
                </a:lnTo>
                <a:lnTo>
                  <a:pt x="40217" y="1005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995407" y="226059"/>
            <a:ext cx="958085" cy="16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Assembly/audit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995407" y="353821"/>
            <a:ext cx="77225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FAF0D8"/>
                </a:solidFill>
                <a:latin typeface="Arial"/>
              </a:rPr>
              <a:t>code-verified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804907" y="584198"/>
            <a:ext cx="1083306" cy="534668"/>
          </a:xfrm>
          <a:prstGeom prst="roundRect">
            <a:avLst>
              <a:gd name="adj" fmla="val 10000"/>
            </a:avLst>
          </a:prstGeom>
          <a:solidFill>
            <a:srgbClr val="FAF0D8"/>
          </a:solidFill>
          <a:ln w="762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880154" y="671118"/>
            <a:ext cx="28275" cy="47820"/>
          </a:xfrm>
          <a:custGeom>
            <a:avLst/>
            <a:gdLst/>
            <a:ahLst/>
            <a:cxnLst/>
            <a:rect l="l" t="t" r="r" b="b"/>
            <a:pathLst>
              <a:path w="28275" h="47820">
                <a:moveTo>
                  <a:pt x="23811" y="47820"/>
                </a:moveTo>
                <a:lnTo>
                  <a:pt x="0" y="24009"/>
                </a:lnTo>
                <a:lnTo>
                  <a:pt x="24009" y="0"/>
                </a:lnTo>
                <a:lnTo>
                  <a:pt x="28275" y="4266"/>
                </a:lnTo>
                <a:lnTo>
                  <a:pt x="8532" y="24009"/>
                </a:lnTo>
                <a:lnTo>
                  <a:pt x="28077" y="43554"/>
                </a:lnTo>
                <a:lnTo>
                  <a:pt x="23811" y="47820"/>
                </a:lnTo>
                <a:lnTo>
                  <a:pt x="23811" y="47820"/>
                </a:lnTo>
                <a:close/>
              </a:path>
            </a:pathLst>
          </a:custGeom>
          <a:solidFill>
            <a:srgbClr val="BE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3931248" y="671316"/>
            <a:ext cx="28276" cy="47821"/>
          </a:xfrm>
          <a:custGeom>
            <a:avLst/>
            <a:gdLst/>
            <a:ahLst/>
            <a:cxnLst/>
            <a:rect l="l" t="t" r="r" b="b"/>
            <a:pathLst>
              <a:path w="28276" h="47821">
                <a:moveTo>
                  <a:pt x="4266" y="47821"/>
                </a:moveTo>
                <a:lnTo>
                  <a:pt x="0" y="43554"/>
                </a:lnTo>
                <a:lnTo>
                  <a:pt x="19743" y="23811"/>
                </a:lnTo>
                <a:lnTo>
                  <a:pt x="199" y="4267"/>
                </a:lnTo>
                <a:lnTo>
                  <a:pt x="4465" y="0"/>
                </a:lnTo>
                <a:lnTo>
                  <a:pt x="28276" y="23811"/>
                </a:lnTo>
                <a:lnTo>
                  <a:pt x="4266" y="47821"/>
                </a:lnTo>
                <a:lnTo>
                  <a:pt x="4266" y="47821"/>
                </a:lnTo>
                <a:close/>
              </a:path>
            </a:pathLst>
          </a:custGeom>
          <a:solidFill>
            <a:srgbClr val="BE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982707" y="622425"/>
            <a:ext cx="506119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Stage A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893807" y="747519"/>
            <a:ext cx="879345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IDs within pool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93807" y="858009"/>
            <a:ext cx="98643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caliber (numbers)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893807" y="968499"/>
            <a:ext cx="98643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recency co-occur.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4345925" y="1144266"/>
            <a:ext cx="0" cy="63500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3804907" y="1220466"/>
            <a:ext cx="1083306" cy="313689"/>
          </a:xfrm>
          <a:prstGeom prst="roundRect">
            <a:avLst>
              <a:gd name="adj" fmla="val 10000"/>
            </a:avLst>
          </a:prstGeom>
          <a:solidFill>
            <a:srgbClr val="FAF0D8"/>
          </a:solidFill>
          <a:ln w="762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3879360" y="1295877"/>
            <a:ext cx="80957" cy="71433"/>
          </a:xfrm>
          <a:custGeom>
            <a:avLst/>
            <a:gdLst/>
            <a:ahLst/>
            <a:cxnLst/>
            <a:rect l="l" t="t" r="r" b="b"/>
            <a:pathLst>
              <a:path w="80957" h="71433">
                <a:moveTo>
                  <a:pt x="5953" y="71433"/>
                </a:moveTo>
                <a:lnTo>
                  <a:pt x="5367" y="71405"/>
                </a:lnTo>
                <a:lnTo>
                  <a:pt x="4800" y="71321"/>
                </a:lnTo>
                <a:lnTo>
                  <a:pt x="4251" y="71182"/>
                </a:lnTo>
                <a:lnTo>
                  <a:pt x="3721" y="70986"/>
                </a:lnTo>
                <a:lnTo>
                  <a:pt x="3209" y="70735"/>
                </a:lnTo>
                <a:lnTo>
                  <a:pt x="2716" y="70428"/>
                </a:lnTo>
                <a:lnTo>
                  <a:pt x="2242" y="70066"/>
                </a:lnTo>
                <a:lnTo>
                  <a:pt x="1786" y="69647"/>
                </a:lnTo>
                <a:lnTo>
                  <a:pt x="1368" y="69191"/>
                </a:lnTo>
                <a:lnTo>
                  <a:pt x="1005" y="68717"/>
                </a:lnTo>
                <a:lnTo>
                  <a:pt x="698" y="68224"/>
                </a:lnTo>
                <a:lnTo>
                  <a:pt x="447" y="67712"/>
                </a:lnTo>
                <a:lnTo>
                  <a:pt x="251" y="67182"/>
                </a:lnTo>
                <a:lnTo>
                  <a:pt x="112" y="66634"/>
                </a:lnTo>
                <a:lnTo>
                  <a:pt x="28" y="66066"/>
                </a:lnTo>
                <a:lnTo>
                  <a:pt x="0" y="65480"/>
                </a:lnTo>
                <a:lnTo>
                  <a:pt x="0" y="5953"/>
                </a:lnTo>
                <a:lnTo>
                  <a:pt x="28" y="5367"/>
                </a:lnTo>
                <a:lnTo>
                  <a:pt x="112" y="4800"/>
                </a:lnTo>
                <a:lnTo>
                  <a:pt x="251" y="4251"/>
                </a:lnTo>
                <a:lnTo>
                  <a:pt x="447" y="3721"/>
                </a:lnTo>
                <a:lnTo>
                  <a:pt x="698" y="3209"/>
                </a:lnTo>
                <a:lnTo>
                  <a:pt x="1005" y="2716"/>
                </a:lnTo>
                <a:lnTo>
                  <a:pt x="1368" y="2242"/>
                </a:lnTo>
                <a:lnTo>
                  <a:pt x="1786" y="1786"/>
                </a:lnTo>
                <a:lnTo>
                  <a:pt x="2242" y="1368"/>
                </a:lnTo>
                <a:lnTo>
                  <a:pt x="2716" y="1005"/>
                </a:lnTo>
                <a:lnTo>
                  <a:pt x="3209" y="698"/>
                </a:lnTo>
                <a:lnTo>
                  <a:pt x="3721" y="447"/>
                </a:lnTo>
                <a:lnTo>
                  <a:pt x="4251" y="251"/>
                </a:lnTo>
                <a:lnTo>
                  <a:pt x="4800" y="112"/>
                </a:lnTo>
                <a:lnTo>
                  <a:pt x="5367" y="28"/>
                </a:lnTo>
                <a:lnTo>
                  <a:pt x="5953" y="0"/>
                </a:lnTo>
                <a:lnTo>
                  <a:pt x="75005" y="0"/>
                </a:lnTo>
                <a:lnTo>
                  <a:pt x="75591" y="28"/>
                </a:lnTo>
                <a:lnTo>
                  <a:pt x="76158" y="112"/>
                </a:lnTo>
                <a:lnTo>
                  <a:pt x="76707" y="251"/>
                </a:lnTo>
                <a:lnTo>
                  <a:pt x="77237" y="447"/>
                </a:lnTo>
                <a:lnTo>
                  <a:pt x="77748" y="698"/>
                </a:lnTo>
                <a:lnTo>
                  <a:pt x="78241" y="1005"/>
                </a:lnTo>
                <a:lnTo>
                  <a:pt x="78716" y="1368"/>
                </a:lnTo>
                <a:lnTo>
                  <a:pt x="79172" y="1786"/>
                </a:lnTo>
                <a:lnTo>
                  <a:pt x="79590" y="2242"/>
                </a:lnTo>
                <a:lnTo>
                  <a:pt x="79953" y="2716"/>
                </a:lnTo>
                <a:lnTo>
                  <a:pt x="80260" y="3209"/>
                </a:lnTo>
                <a:lnTo>
                  <a:pt x="80511" y="3721"/>
                </a:lnTo>
                <a:lnTo>
                  <a:pt x="80706" y="4251"/>
                </a:lnTo>
                <a:lnTo>
                  <a:pt x="80846" y="4800"/>
                </a:lnTo>
                <a:lnTo>
                  <a:pt x="80929" y="5367"/>
                </a:lnTo>
                <a:lnTo>
                  <a:pt x="80957" y="5953"/>
                </a:lnTo>
                <a:lnTo>
                  <a:pt x="80957" y="65480"/>
                </a:lnTo>
                <a:lnTo>
                  <a:pt x="80929" y="66066"/>
                </a:lnTo>
                <a:lnTo>
                  <a:pt x="80846" y="66634"/>
                </a:lnTo>
                <a:lnTo>
                  <a:pt x="80706" y="67182"/>
                </a:lnTo>
                <a:lnTo>
                  <a:pt x="80511" y="67712"/>
                </a:lnTo>
                <a:lnTo>
                  <a:pt x="80260" y="68224"/>
                </a:lnTo>
                <a:lnTo>
                  <a:pt x="79953" y="68717"/>
                </a:lnTo>
                <a:lnTo>
                  <a:pt x="79590" y="69191"/>
                </a:lnTo>
                <a:lnTo>
                  <a:pt x="79172" y="69647"/>
                </a:lnTo>
                <a:lnTo>
                  <a:pt x="78716" y="70066"/>
                </a:lnTo>
                <a:lnTo>
                  <a:pt x="78241" y="70428"/>
                </a:lnTo>
                <a:lnTo>
                  <a:pt x="77748" y="70735"/>
                </a:lnTo>
                <a:lnTo>
                  <a:pt x="77237" y="70986"/>
                </a:lnTo>
                <a:lnTo>
                  <a:pt x="76707" y="71182"/>
                </a:lnTo>
                <a:lnTo>
                  <a:pt x="76158" y="71321"/>
                </a:lnTo>
                <a:lnTo>
                  <a:pt x="75591" y="71405"/>
                </a:lnTo>
                <a:lnTo>
                  <a:pt x="75005" y="71433"/>
                </a:lnTo>
                <a:lnTo>
                  <a:pt x="5953" y="71433"/>
                </a:lnTo>
                <a:lnTo>
                  <a:pt x="5953" y="71433"/>
                </a:lnTo>
                <a:close/>
              </a:path>
            </a:pathLst>
          </a:custGeom>
          <a:solidFill>
            <a:srgbClr val="BE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3892059" y="1343499"/>
            <a:ext cx="19843" cy="7937"/>
          </a:xfrm>
          <a:custGeom>
            <a:avLst/>
            <a:gdLst/>
            <a:ahLst/>
            <a:cxnLst/>
            <a:rect l="l" t="t" r="r" b="b"/>
            <a:pathLst>
              <a:path w="19843" h="7937">
                <a:moveTo>
                  <a:pt x="0" y="7937"/>
                </a:moveTo>
                <a:lnTo>
                  <a:pt x="19843" y="7937"/>
                </a:lnTo>
                <a:lnTo>
                  <a:pt x="19843" y="0"/>
                </a:lnTo>
                <a:lnTo>
                  <a:pt x="0" y="0"/>
                </a:lnTo>
                <a:lnTo>
                  <a:pt x="0" y="7937"/>
                </a:lnTo>
                <a:lnTo>
                  <a:pt x="0" y="7937"/>
                </a:lnTo>
                <a:close/>
              </a:path>
            </a:pathLst>
          </a:custGeom>
          <a:solidFill>
            <a:srgbClr val="BE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3918747" y="1318200"/>
            <a:ext cx="30855" cy="25299"/>
          </a:xfrm>
          <a:custGeom>
            <a:avLst/>
            <a:gdLst/>
            <a:ahLst/>
            <a:cxnLst/>
            <a:rect l="l" t="t" r="r" b="b"/>
            <a:pathLst>
              <a:path w="30855" h="25299">
                <a:moveTo>
                  <a:pt x="11211" y="25299"/>
                </a:moveTo>
                <a:lnTo>
                  <a:pt x="30855" y="5655"/>
                </a:lnTo>
                <a:lnTo>
                  <a:pt x="25200" y="0"/>
                </a:lnTo>
                <a:lnTo>
                  <a:pt x="11211" y="14088"/>
                </a:lnTo>
                <a:lnTo>
                  <a:pt x="5556" y="8433"/>
                </a:lnTo>
                <a:lnTo>
                  <a:pt x="0" y="14088"/>
                </a:lnTo>
                <a:lnTo>
                  <a:pt x="11211" y="25299"/>
                </a:lnTo>
                <a:lnTo>
                  <a:pt x="11211" y="25299"/>
                </a:lnTo>
                <a:close/>
              </a:path>
            </a:pathLst>
          </a:custGeom>
          <a:solidFill>
            <a:srgbClr val="BE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3892059" y="1327625"/>
            <a:ext cx="19843" cy="7937"/>
          </a:xfrm>
          <a:custGeom>
            <a:avLst/>
            <a:gdLst/>
            <a:ahLst/>
            <a:cxnLst/>
            <a:rect l="l" t="t" r="r" b="b"/>
            <a:pathLst>
              <a:path w="19843" h="7937">
                <a:moveTo>
                  <a:pt x="0" y="7937"/>
                </a:moveTo>
                <a:lnTo>
                  <a:pt x="19843" y="7937"/>
                </a:lnTo>
                <a:lnTo>
                  <a:pt x="19843" y="0"/>
                </a:lnTo>
                <a:lnTo>
                  <a:pt x="0" y="0"/>
                </a:lnTo>
                <a:lnTo>
                  <a:pt x="0" y="7937"/>
                </a:lnTo>
                <a:lnTo>
                  <a:pt x="0" y="7937"/>
                </a:lnTo>
                <a:close/>
              </a:path>
            </a:pathLst>
          </a:custGeom>
          <a:solidFill>
            <a:srgbClr val="BE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3892059" y="1311751"/>
            <a:ext cx="19843" cy="7937"/>
          </a:xfrm>
          <a:custGeom>
            <a:avLst/>
            <a:gdLst/>
            <a:ahLst/>
            <a:cxnLst/>
            <a:rect l="l" t="t" r="r" b="b"/>
            <a:pathLst>
              <a:path w="19843" h="7937">
                <a:moveTo>
                  <a:pt x="0" y="7937"/>
                </a:moveTo>
                <a:lnTo>
                  <a:pt x="19843" y="7937"/>
                </a:lnTo>
                <a:lnTo>
                  <a:pt x="19843" y="0"/>
                </a:lnTo>
                <a:lnTo>
                  <a:pt x="0" y="0"/>
                </a:lnTo>
                <a:lnTo>
                  <a:pt x="0" y="7937"/>
                </a:lnTo>
                <a:lnTo>
                  <a:pt x="0" y="7937"/>
                </a:lnTo>
                <a:close/>
              </a:path>
            </a:pathLst>
          </a:custGeom>
          <a:solidFill>
            <a:srgbClr val="BE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982707" y="1258693"/>
            <a:ext cx="506119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Stage B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893807" y="1383787"/>
            <a:ext cx="98643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fast-model rubric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4345925" y="1559555"/>
            <a:ext cx="0" cy="63500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/>
          <p:cNvSpPr/>
          <p:nvPr/>
        </p:nvSpPr>
        <p:spPr>
          <a:xfrm>
            <a:off x="3804907" y="1635755"/>
            <a:ext cx="1083306" cy="424179"/>
          </a:xfrm>
          <a:prstGeom prst="roundRect">
            <a:avLst>
              <a:gd name="adj" fmla="val 10000"/>
            </a:avLst>
          </a:prstGeom>
          <a:solidFill>
            <a:srgbClr val="FAF0D8"/>
          </a:solidFill>
          <a:ln w="762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3888091" y="1717992"/>
            <a:ext cx="23513" cy="61908"/>
          </a:xfrm>
          <a:custGeom>
            <a:avLst/>
            <a:gdLst/>
            <a:ahLst/>
            <a:cxnLst/>
            <a:rect l="l" t="t" r="r" b="b"/>
            <a:pathLst>
              <a:path w="23513" h="61908">
                <a:moveTo>
                  <a:pt x="694" y="61908"/>
                </a:moveTo>
                <a:lnTo>
                  <a:pt x="694" y="55955"/>
                </a:lnTo>
                <a:lnTo>
                  <a:pt x="13592" y="55955"/>
                </a:lnTo>
                <a:lnTo>
                  <a:pt x="12104" y="54765"/>
                </a:lnTo>
                <a:lnTo>
                  <a:pt x="10571" y="53486"/>
                </a:lnTo>
                <a:lnTo>
                  <a:pt x="9146" y="52179"/>
                </a:lnTo>
                <a:lnTo>
                  <a:pt x="7830" y="50844"/>
                </a:lnTo>
                <a:lnTo>
                  <a:pt x="6622" y="49482"/>
                </a:lnTo>
                <a:lnTo>
                  <a:pt x="5523" y="48091"/>
                </a:lnTo>
                <a:lnTo>
                  <a:pt x="4533" y="46673"/>
                </a:lnTo>
                <a:lnTo>
                  <a:pt x="3651" y="45226"/>
                </a:lnTo>
                <a:lnTo>
                  <a:pt x="2877" y="43752"/>
                </a:lnTo>
                <a:lnTo>
                  <a:pt x="2203" y="42242"/>
                </a:lnTo>
                <a:lnTo>
                  <a:pt x="1618" y="40689"/>
                </a:lnTo>
                <a:lnTo>
                  <a:pt x="1124" y="39092"/>
                </a:lnTo>
                <a:lnTo>
                  <a:pt x="719" y="37452"/>
                </a:lnTo>
                <a:lnTo>
                  <a:pt x="405" y="35769"/>
                </a:lnTo>
                <a:lnTo>
                  <a:pt x="180" y="34042"/>
                </a:lnTo>
                <a:lnTo>
                  <a:pt x="45" y="32272"/>
                </a:lnTo>
                <a:lnTo>
                  <a:pt x="0" y="30458"/>
                </a:lnTo>
                <a:lnTo>
                  <a:pt x="97" y="27862"/>
                </a:lnTo>
                <a:lnTo>
                  <a:pt x="387" y="25333"/>
                </a:lnTo>
                <a:lnTo>
                  <a:pt x="872" y="22870"/>
                </a:lnTo>
                <a:lnTo>
                  <a:pt x="1550" y="20475"/>
                </a:lnTo>
                <a:lnTo>
                  <a:pt x="2422" y="18145"/>
                </a:lnTo>
                <a:lnTo>
                  <a:pt x="3488" y="15883"/>
                </a:lnTo>
                <a:lnTo>
                  <a:pt x="4747" y="13687"/>
                </a:lnTo>
                <a:lnTo>
                  <a:pt x="6201" y="11558"/>
                </a:lnTo>
                <a:lnTo>
                  <a:pt x="7812" y="9543"/>
                </a:lnTo>
                <a:lnTo>
                  <a:pt x="9546" y="7692"/>
                </a:lnTo>
                <a:lnTo>
                  <a:pt x="11402" y="6003"/>
                </a:lnTo>
                <a:lnTo>
                  <a:pt x="13381" y="4477"/>
                </a:lnTo>
                <a:lnTo>
                  <a:pt x="15482" y="3113"/>
                </a:lnTo>
                <a:lnTo>
                  <a:pt x="17706" y="1913"/>
                </a:lnTo>
                <a:lnTo>
                  <a:pt x="20052" y="875"/>
                </a:lnTo>
                <a:lnTo>
                  <a:pt x="22521" y="0"/>
                </a:lnTo>
                <a:lnTo>
                  <a:pt x="22521" y="6151"/>
                </a:lnTo>
                <a:lnTo>
                  <a:pt x="20706" y="6930"/>
                </a:lnTo>
                <a:lnTo>
                  <a:pt x="18980" y="7828"/>
                </a:lnTo>
                <a:lnTo>
                  <a:pt x="17345" y="8846"/>
                </a:lnTo>
                <a:lnTo>
                  <a:pt x="15799" y="9983"/>
                </a:lnTo>
                <a:lnTo>
                  <a:pt x="14344" y="11239"/>
                </a:lnTo>
                <a:lnTo>
                  <a:pt x="12978" y="12615"/>
                </a:lnTo>
                <a:lnTo>
                  <a:pt x="11702" y="14110"/>
                </a:lnTo>
                <a:lnTo>
                  <a:pt x="10516" y="15725"/>
                </a:lnTo>
                <a:lnTo>
                  <a:pt x="9447" y="17420"/>
                </a:lnTo>
                <a:lnTo>
                  <a:pt x="8520" y="19157"/>
                </a:lnTo>
                <a:lnTo>
                  <a:pt x="7735" y="20936"/>
                </a:lnTo>
                <a:lnTo>
                  <a:pt x="7094" y="22756"/>
                </a:lnTo>
                <a:lnTo>
                  <a:pt x="6594" y="24619"/>
                </a:lnTo>
                <a:lnTo>
                  <a:pt x="6238" y="26523"/>
                </a:lnTo>
                <a:lnTo>
                  <a:pt x="6024" y="28470"/>
                </a:lnTo>
                <a:lnTo>
                  <a:pt x="5953" y="30458"/>
                </a:lnTo>
                <a:lnTo>
                  <a:pt x="5989" y="31995"/>
                </a:lnTo>
                <a:lnTo>
                  <a:pt x="6098" y="33481"/>
                </a:lnTo>
                <a:lnTo>
                  <a:pt x="6281" y="34915"/>
                </a:lnTo>
                <a:lnTo>
                  <a:pt x="6536" y="36299"/>
                </a:lnTo>
                <a:lnTo>
                  <a:pt x="6863" y="37631"/>
                </a:lnTo>
                <a:lnTo>
                  <a:pt x="7264" y="38913"/>
                </a:lnTo>
                <a:lnTo>
                  <a:pt x="7738" y="40143"/>
                </a:lnTo>
                <a:lnTo>
                  <a:pt x="8284" y="41322"/>
                </a:lnTo>
                <a:lnTo>
                  <a:pt x="8893" y="42456"/>
                </a:lnTo>
                <a:lnTo>
                  <a:pt x="9552" y="43551"/>
                </a:lnTo>
                <a:lnTo>
                  <a:pt x="10263" y="44607"/>
                </a:lnTo>
                <a:lnTo>
                  <a:pt x="11025" y="45625"/>
                </a:lnTo>
                <a:lnTo>
                  <a:pt x="11838" y="46604"/>
                </a:lnTo>
                <a:lnTo>
                  <a:pt x="12702" y="47544"/>
                </a:lnTo>
                <a:lnTo>
                  <a:pt x="13618" y="48445"/>
                </a:lnTo>
                <a:lnTo>
                  <a:pt x="14584" y="49308"/>
                </a:lnTo>
                <a:lnTo>
                  <a:pt x="17560" y="51392"/>
                </a:lnTo>
                <a:lnTo>
                  <a:pt x="17560" y="39089"/>
                </a:lnTo>
                <a:lnTo>
                  <a:pt x="23513" y="39089"/>
                </a:lnTo>
                <a:lnTo>
                  <a:pt x="23513" y="61908"/>
                </a:lnTo>
                <a:lnTo>
                  <a:pt x="694" y="61908"/>
                </a:lnTo>
                <a:lnTo>
                  <a:pt x="694" y="61908"/>
                </a:lnTo>
                <a:close/>
              </a:path>
            </a:pathLst>
          </a:custGeom>
          <a:solidFill>
            <a:srgbClr val="BE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3928272" y="1716404"/>
            <a:ext cx="23315" cy="62008"/>
          </a:xfrm>
          <a:custGeom>
            <a:avLst/>
            <a:gdLst/>
            <a:ahLst/>
            <a:cxnLst/>
            <a:rect l="l" t="t" r="r" b="b"/>
            <a:pathLst>
              <a:path w="23315" h="62008">
                <a:moveTo>
                  <a:pt x="893" y="62008"/>
                </a:moveTo>
                <a:lnTo>
                  <a:pt x="893" y="55758"/>
                </a:lnTo>
                <a:lnTo>
                  <a:pt x="2730" y="54979"/>
                </a:lnTo>
                <a:lnTo>
                  <a:pt x="4471" y="54080"/>
                </a:lnTo>
                <a:lnTo>
                  <a:pt x="6115" y="53063"/>
                </a:lnTo>
                <a:lnTo>
                  <a:pt x="7664" y="51925"/>
                </a:lnTo>
                <a:lnTo>
                  <a:pt x="9116" y="50669"/>
                </a:lnTo>
                <a:lnTo>
                  <a:pt x="10473" y="49293"/>
                </a:lnTo>
                <a:lnTo>
                  <a:pt x="11733" y="47798"/>
                </a:lnTo>
                <a:lnTo>
                  <a:pt x="12897" y="46184"/>
                </a:lnTo>
                <a:lnTo>
                  <a:pt x="13944" y="44488"/>
                </a:lnTo>
                <a:lnTo>
                  <a:pt x="14851" y="42751"/>
                </a:lnTo>
                <a:lnTo>
                  <a:pt x="15618" y="40973"/>
                </a:lnTo>
                <a:lnTo>
                  <a:pt x="16246" y="39152"/>
                </a:lnTo>
                <a:lnTo>
                  <a:pt x="16734" y="37289"/>
                </a:lnTo>
                <a:lnTo>
                  <a:pt x="17083" y="35385"/>
                </a:lnTo>
                <a:lnTo>
                  <a:pt x="17292" y="33439"/>
                </a:lnTo>
                <a:lnTo>
                  <a:pt x="17362" y="31451"/>
                </a:lnTo>
                <a:lnTo>
                  <a:pt x="17326" y="30258"/>
                </a:lnTo>
                <a:lnTo>
                  <a:pt x="17216" y="29060"/>
                </a:lnTo>
                <a:lnTo>
                  <a:pt x="17034" y="27858"/>
                </a:lnTo>
                <a:lnTo>
                  <a:pt x="16779" y="26651"/>
                </a:lnTo>
                <a:lnTo>
                  <a:pt x="16451" y="25440"/>
                </a:lnTo>
                <a:lnTo>
                  <a:pt x="16050" y="24224"/>
                </a:lnTo>
                <a:lnTo>
                  <a:pt x="15577" y="23003"/>
                </a:lnTo>
                <a:lnTo>
                  <a:pt x="15030" y="21777"/>
                </a:lnTo>
                <a:lnTo>
                  <a:pt x="14425" y="20567"/>
                </a:lnTo>
                <a:lnTo>
                  <a:pt x="13775" y="19393"/>
                </a:lnTo>
                <a:lnTo>
                  <a:pt x="13080" y="18255"/>
                </a:lnTo>
                <a:lnTo>
                  <a:pt x="12339" y="17152"/>
                </a:lnTo>
                <a:lnTo>
                  <a:pt x="11554" y="16084"/>
                </a:lnTo>
                <a:lnTo>
                  <a:pt x="10724" y="15053"/>
                </a:lnTo>
                <a:lnTo>
                  <a:pt x="9849" y="14057"/>
                </a:lnTo>
                <a:lnTo>
                  <a:pt x="8929" y="13096"/>
                </a:lnTo>
                <a:lnTo>
                  <a:pt x="6052" y="10517"/>
                </a:lnTo>
                <a:lnTo>
                  <a:pt x="6052" y="22819"/>
                </a:lnTo>
                <a:lnTo>
                  <a:pt x="0" y="22819"/>
                </a:lnTo>
                <a:lnTo>
                  <a:pt x="0" y="0"/>
                </a:lnTo>
                <a:lnTo>
                  <a:pt x="22819" y="0"/>
                </a:lnTo>
                <a:lnTo>
                  <a:pt x="22819" y="5953"/>
                </a:lnTo>
                <a:lnTo>
                  <a:pt x="9921" y="5953"/>
                </a:lnTo>
                <a:lnTo>
                  <a:pt x="11409" y="7342"/>
                </a:lnTo>
                <a:lnTo>
                  <a:pt x="12851" y="8743"/>
                </a:lnTo>
                <a:lnTo>
                  <a:pt x="14200" y="10170"/>
                </a:lnTo>
                <a:lnTo>
                  <a:pt x="15455" y="11621"/>
                </a:lnTo>
                <a:lnTo>
                  <a:pt x="16618" y="13096"/>
                </a:lnTo>
                <a:lnTo>
                  <a:pt x="17687" y="14597"/>
                </a:lnTo>
                <a:lnTo>
                  <a:pt x="18664" y="16122"/>
                </a:lnTo>
                <a:lnTo>
                  <a:pt x="19548" y="17672"/>
                </a:lnTo>
                <a:lnTo>
                  <a:pt x="20338" y="19247"/>
                </a:lnTo>
                <a:lnTo>
                  <a:pt x="21036" y="20827"/>
                </a:lnTo>
                <a:lnTo>
                  <a:pt x="21640" y="22391"/>
                </a:lnTo>
                <a:lnTo>
                  <a:pt x="22152" y="23940"/>
                </a:lnTo>
                <a:lnTo>
                  <a:pt x="22571" y="25473"/>
                </a:lnTo>
                <a:lnTo>
                  <a:pt x="22896" y="26991"/>
                </a:lnTo>
                <a:lnTo>
                  <a:pt x="23129" y="28493"/>
                </a:lnTo>
                <a:lnTo>
                  <a:pt x="23268" y="29979"/>
                </a:lnTo>
                <a:lnTo>
                  <a:pt x="23315" y="31451"/>
                </a:lnTo>
                <a:lnTo>
                  <a:pt x="23219" y="34047"/>
                </a:lnTo>
                <a:lnTo>
                  <a:pt x="22930" y="36579"/>
                </a:lnTo>
                <a:lnTo>
                  <a:pt x="22450" y="39045"/>
                </a:lnTo>
                <a:lnTo>
                  <a:pt x="21777" y="41446"/>
                </a:lnTo>
                <a:lnTo>
                  <a:pt x="20912" y="43782"/>
                </a:lnTo>
                <a:lnTo>
                  <a:pt x="19855" y="46053"/>
                </a:lnTo>
                <a:lnTo>
                  <a:pt x="18605" y="48259"/>
                </a:lnTo>
                <a:lnTo>
                  <a:pt x="17164" y="50400"/>
                </a:lnTo>
                <a:lnTo>
                  <a:pt x="15564" y="52426"/>
                </a:lnTo>
                <a:lnTo>
                  <a:pt x="13840" y="54288"/>
                </a:lnTo>
                <a:lnTo>
                  <a:pt x="11992" y="55985"/>
                </a:lnTo>
                <a:lnTo>
                  <a:pt x="10020" y="57519"/>
                </a:lnTo>
                <a:lnTo>
                  <a:pt x="7924" y="58887"/>
                </a:lnTo>
                <a:lnTo>
                  <a:pt x="5705" y="60092"/>
                </a:lnTo>
                <a:lnTo>
                  <a:pt x="3361" y="61132"/>
                </a:lnTo>
                <a:lnTo>
                  <a:pt x="893" y="62008"/>
                </a:lnTo>
                <a:lnTo>
                  <a:pt x="893" y="62008"/>
                </a:lnTo>
                <a:close/>
              </a:path>
            </a:pathLst>
          </a:custGeom>
          <a:solidFill>
            <a:srgbClr val="BE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982707" y="1673981"/>
            <a:ext cx="874621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repair (once)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893807" y="1799076"/>
            <a:ext cx="77225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critical only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893807" y="1909566"/>
            <a:ext cx="932888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minor: flag only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4345925" y="2085333"/>
            <a:ext cx="0" cy="63500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ounded Rectangle 136"/>
          <p:cNvSpPr/>
          <p:nvPr/>
        </p:nvSpPr>
        <p:spPr>
          <a:xfrm>
            <a:off x="3804907" y="2161533"/>
            <a:ext cx="1083306" cy="424179"/>
          </a:xfrm>
          <a:prstGeom prst="roundRect">
            <a:avLst>
              <a:gd name="adj" fmla="val 10000"/>
            </a:avLst>
          </a:prstGeom>
          <a:solidFill>
            <a:srgbClr val="FAF0D8"/>
          </a:solidFill>
          <a:ln w="762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3880154" y="2234246"/>
            <a:ext cx="79370" cy="79369"/>
          </a:xfrm>
          <a:custGeom>
            <a:avLst/>
            <a:gdLst/>
            <a:ahLst/>
            <a:cxnLst/>
            <a:rect l="l" t="t" r="r" b="b"/>
            <a:pathLst>
              <a:path w="79370" h="79369">
                <a:moveTo>
                  <a:pt x="39685" y="79369"/>
                </a:moveTo>
                <a:lnTo>
                  <a:pt x="37642" y="79320"/>
                </a:lnTo>
                <a:lnTo>
                  <a:pt x="35630" y="79174"/>
                </a:lnTo>
                <a:lnTo>
                  <a:pt x="33648" y="78930"/>
                </a:lnTo>
                <a:lnTo>
                  <a:pt x="31698" y="78588"/>
                </a:lnTo>
                <a:lnTo>
                  <a:pt x="29779" y="78148"/>
                </a:lnTo>
                <a:lnTo>
                  <a:pt x="27891" y="77611"/>
                </a:lnTo>
                <a:lnTo>
                  <a:pt x="26034" y="76977"/>
                </a:lnTo>
                <a:lnTo>
                  <a:pt x="24208" y="76244"/>
                </a:lnTo>
                <a:lnTo>
                  <a:pt x="22427" y="75428"/>
                </a:lnTo>
                <a:lnTo>
                  <a:pt x="20704" y="74542"/>
                </a:lnTo>
                <a:lnTo>
                  <a:pt x="19041" y="73586"/>
                </a:lnTo>
                <a:lnTo>
                  <a:pt x="17437" y="72561"/>
                </a:lnTo>
                <a:lnTo>
                  <a:pt x="15891" y="71466"/>
                </a:lnTo>
                <a:lnTo>
                  <a:pt x="14404" y="70301"/>
                </a:lnTo>
                <a:lnTo>
                  <a:pt x="12977" y="69066"/>
                </a:lnTo>
                <a:lnTo>
                  <a:pt x="11608" y="67761"/>
                </a:lnTo>
                <a:lnTo>
                  <a:pt x="10303" y="66393"/>
                </a:lnTo>
                <a:lnTo>
                  <a:pt x="9069" y="64965"/>
                </a:lnTo>
                <a:lnTo>
                  <a:pt x="7904" y="63478"/>
                </a:lnTo>
                <a:lnTo>
                  <a:pt x="6808" y="61933"/>
                </a:lnTo>
                <a:lnTo>
                  <a:pt x="5783" y="60328"/>
                </a:lnTo>
                <a:lnTo>
                  <a:pt x="4827" y="58665"/>
                </a:lnTo>
                <a:lnTo>
                  <a:pt x="3941" y="56943"/>
                </a:lnTo>
                <a:lnTo>
                  <a:pt x="3125" y="55162"/>
                </a:lnTo>
                <a:lnTo>
                  <a:pt x="2393" y="53335"/>
                </a:lnTo>
                <a:lnTo>
                  <a:pt x="1758" y="51478"/>
                </a:lnTo>
                <a:lnTo>
                  <a:pt x="1221" y="49590"/>
                </a:lnTo>
                <a:lnTo>
                  <a:pt x="781" y="47671"/>
                </a:lnTo>
                <a:lnTo>
                  <a:pt x="439" y="45721"/>
                </a:lnTo>
                <a:lnTo>
                  <a:pt x="195" y="43740"/>
                </a:lnTo>
                <a:lnTo>
                  <a:pt x="49" y="41728"/>
                </a:lnTo>
                <a:lnTo>
                  <a:pt x="0" y="39684"/>
                </a:lnTo>
                <a:lnTo>
                  <a:pt x="49" y="37641"/>
                </a:lnTo>
                <a:lnTo>
                  <a:pt x="195" y="35629"/>
                </a:lnTo>
                <a:lnTo>
                  <a:pt x="439" y="33648"/>
                </a:lnTo>
                <a:lnTo>
                  <a:pt x="781" y="31698"/>
                </a:lnTo>
                <a:lnTo>
                  <a:pt x="1221" y="29779"/>
                </a:lnTo>
                <a:lnTo>
                  <a:pt x="1758" y="27891"/>
                </a:lnTo>
                <a:lnTo>
                  <a:pt x="2393" y="26033"/>
                </a:lnTo>
                <a:lnTo>
                  <a:pt x="3125" y="24207"/>
                </a:lnTo>
                <a:lnTo>
                  <a:pt x="3941" y="22426"/>
                </a:lnTo>
                <a:lnTo>
                  <a:pt x="4827" y="20704"/>
                </a:lnTo>
                <a:lnTo>
                  <a:pt x="5783" y="19041"/>
                </a:lnTo>
                <a:lnTo>
                  <a:pt x="6808" y="17436"/>
                </a:lnTo>
                <a:lnTo>
                  <a:pt x="7904" y="15891"/>
                </a:lnTo>
                <a:lnTo>
                  <a:pt x="9069" y="14404"/>
                </a:lnTo>
                <a:lnTo>
                  <a:pt x="10303" y="12976"/>
                </a:lnTo>
                <a:lnTo>
                  <a:pt x="11608" y="11607"/>
                </a:lnTo>
                <a:lnTo>
                  <a:pt x="12977" y="10303"/>
                </a:lnTo>
                <a:lnTo>
                  <a:pt x="14404" y="9068"/>
                </a:lnTo>
                <a:lnTo>
                  <a:pt x="15891" y="7903"/>
                </a:lnTo>
                <a:lnTo>
                  <a:pt x="17437" y="6808"/>
                </a:lnTo>
                <a:lnTo>
                  <a:pt x="19041" y="5783"/>
                </a:lnTo>
                <a:lnTo>
                  <a:pt x="20704" y="4827"/>
                </a:lnTo>
                <a:lnTo>
                  <a:pt x="22427" y="3941"/>
                </a:lnTo>
                <a:lnTo>
                  <a:pt x="24208" y="3125"/>
                </a:lnTo>
                <a:lnTo>
                  <a:pt x="26034" y="2392"/>
                </a:lnTo>
                <a:lnTo>
                  <a:pt x="27891" y="1758"/>
                </a:lnTo>
                <a:lnTo>
                  <a:pt x="29779" y="1220"/>
                </a:lnTo>
                <a:lnTo>
                  <a:pt x="31698" y="781"/>
                </a:lnTo>
                <a:lnTo>
                  <a:pt x="33648" y="439"/>
                </a:lnTo>
                <a:lnTo>
                  <a:pt x="35630" y="195"/>
                </a:lnTo>
                <a:lnTo>
                  <a:pt x="37642" y="48"/>
                </a:lnTo>
                <a:lnTo>
                  <a:pt x="39685" y="0"/>
                </a:lnTo>
                <a:lnTo>
                  <a:pt x="41237" y="28"/>
                </a:lnTo>
                <a:lnTo>
                  <a:pt x="42770" y="111"/>
                </a:lnTo>
                <a:lnTo>
                  <a:pt x="44282" y="251"/>
                </a:lnTo>
                <a:lnTo>
                  <a:pt x="45774" y="446"/>
                </a:lnTo>
                <a:lnTo>
                  <a:pt x="47246" y="697"/>
                </a:lnTo>
                <a:lnTo>
                  <a:pt x="48698" y="1004"/>
                </a:lnTo>
                <a:lnTo>
                  <a:pt x="50129" y="1367"/>
                </a:lnTo>
                <a:lnTo>
                  <a:pt x="51541" y="1785"/>
                </a:lnTo>
                <a:lnTo>
                  <a:pt x="52929" y="2254"/>
                </a:lnTo>
                <a:lnTo>
                  <a:pt x="54291" y="2765"/>
                </a:lnTo>
                <a:lnTo>
                  <a:pt x="55626" y="3320"/>
                </a:lnTo>
                <a:lnTo>
                  <a:pt x="56935" y="3918"/>
                </a:lnTo>
                <a:lnTo>
                  <a:pt x="58218" y="4560"/>
                </a:lnTo>
                <a:lnTo>
                  <a:pt x="59475" y="5245"/>
                </a:lnTo>
                <a:lnTo>
                  <a:pt x="60705" y="5974"/>
                </a:lnTo>
                <a:lnTo>
                  <a:pt x="61908" y="6746"/>
                </a:lnTo>
                <a:lnTo>
                  <a:pt x="55856" y="12798"/>
                </a:lnTo>
                <a:lnTo>
                  <a:pt x="54956" y="12291"/>
                </a:lnTo>
                <a:lnTo>
                  <a:pt x="54040" y="11812"/>
                </a:lnTo>
                <a:lnTo>
                  <a:pt x="53108" y="11361"/>
                </a:lnTo>
                <a:lnTo>
                  <a:pt x="52161" y="10938"/>
                </a:lnTo>
                <a:lnTo>
                  <a:pt x="51198" y="10542"/>
                </a:lnTo>
                <a:lnTo>
                  <a:pt x="50220" y="10175"/>
                </a:lnTo>
                <a:lnTo>
                  <a:pt x="49226" y="9836"/>
                </a:lnTo>
                <a:lnTo>
                  <a:pt x="48217" y="9524"/>
                </a:lnTo>
                <a:lnTo>
                  <a:pt x="47194" y="9245"/>
                </a:lnTo>
                <a:lnTo>
                  <a:pt x="46158" y="9003"/>
                </a:lnTo>
                <a:lnTo>
                  <a:pt x="45110" y="8798"/>
                </a:lnTo>
                <a:lnTo>
                  <a:pt x="44050" y="8631"/>
                </a:lnTo>
                <a:lnTo>
                  <a:pt x="42977" y="8501"/>
                </a:lnTo>
                <a:lnTo>
                  <a:pt x="41892" y="8408"/>
                </a:lnTo>
                <a:lnTo>
                  <a:pt x="40795" y="8352"/>
                </a:lnTo>
                <a:lnTo>
                  <a:pt x="39685" y="8333"/>
                </a:lnTo>
                <a:lnTo>
                  <a:pt x="36495" y="8477"/>
                </a:lnTo>
                <a:lnTo>
                  <a:pt x="33425" y="8907"/>
                </a:lnTo>
                <a:lnTo>
                  <a:pt x="30474" y="9624"/>
                </a:lnTo>
                <a:lnTo>
                  <a:pt x="27643" y="10628"/>
                </a:lnTo>
                <a:lnTo>
                  <a:pt x="24931" y="11918"/>
                </a:lnTo>
                <a:lnTo>
                  <a:pt x="22338" y="13496"/>
                </a:lnTo>
                <a:lnTo>
                  <a:pt x="19865" y="15360"/>
                </a:lnTo>
                <a:lnTo>
                  <a:pt x="17511" y="17511"/>
                </a:lnTo>
                <a:lnTo>
                  <a:pt x="15360" y="19864"/>
                </a:lnTo>
                <a:lnTo>
                  <a:pt x="13496" y="22338"/>
                </a:lnTo>
                <a:lnTo>
                  <a:pt x="11919" y="24931"/>
                </a:lnTo>
                <a:lnTo>
                  <a:pt x="10628" y="27643"/>
                </a:lnTo>
                <a:lnTo>
                  <a:pt x="9624" y="30474"/>
                </a:lnTo>
                <a:lnTo>
                  <a:pt x="8907" y="33425"/>
                </a:lnTo>
                <a:lnTo>
                  <a:pt x="8477" y="36495"/>
                </a:lnTo>
                <a:lnTo>
                  <a:pt x="8334" y="39684"/>
                </a:lnTo>
                <a:lnTo>
                  <a:pt x="8477" y="42874"/>
                </a:lnTo>
                <a:lnTo>
                  <a:pt x="8907" y="45944"/>
                </a:lnTo>
                <a:lnTo>
                  <a:pt x="9624" y="48895"/>
                </a:lnTo>
                <a:lnTo>
                  <a:pt x="10628" y="51726"/>
                </a:lnTo>
                <a:lnTo>
                  <a:pt x="11919" y="54438"/>
                </a:lnTo>
                <a:lnTo>
                  <a:pt x="13496" y="57031"/>
                </a:lnTo>
                <a:lnTo>
                  <a:pt x="15360" y="59504"/>
                </a:lnTo>
                <a:lnTo>
                  <a:pt x="17511" y="61858"/>
                </a:lnTo>
                <a:lnTo>
                  <a:pt x="19865" y="64009"/>
                </a:lnTo>
                <a:lnTo>
                  <a:pt x="22338" y="65873"/>
                </a:lnTo>
                <a:lnTo>
                  <a:pt x="24931" y="67451"/>
                </a:lnTo>
                <a:lnTo>
                  <a:pt x="27643" y="68741"/>
                </a:lnTo>
                <a:lnTo>
                  <a:pt x="30474" y="69745"/>
                </a:lnTo>
                <a:lnTo>
                  <a:pt x="33425" y="70462"/>
                </a:lnTo>
                <a:lnTo>
                  <a:pt x="36495" y="70892"/>
                </a:lnTo>
                <a:lnTo>
                  <a:pt x="39685" y="71035"/>
                </a:lnTo>
                <a:lnTo>
                  <a:pt x="42874" y="70892"/>
                </a:lnTo>
                <a:lnTo>
                  <a:pt x="45944" y="70462"/>
                </a:lnTo>
                <a:lnTo>
                  <a:pt x="48895" y="69745"/>
                </a:lnTo>
                <a:lnTo>
                  <a:pt x="51727" y="68741"/>
                </a:lnTo>
                <a:lnTo>
                  <a:pt x="54439" y="67451"/>
                </a:lnTo>
                <a:lnTo>
                  <a:pt x="57031" y="65873"/>
                </a:lnTo>
                <a:lnTo>
                  <a:pt x="59505" y="64009"/>
                </a:lnTo>
                <a:lnTo>
                  <a:pt x="61859" y="61858"/>
                </a:lnTo>
                <a:lnTo>
                  <a:pt x="64010" y="59504"/>
                </a:lnTo>
                <a:lnTo>
                  <a:pt x="65874" y="57031"/>
                </a:lnTo>
                <a:lnTo>
                  <a:pt x="67451" y="54438"/>
                </a:lnTo>
                <a:lnTo>
                  <a:pt x="68742" y="51726"/>
                </a:lnTo>
                <a:lnTo>
                  <a:pt x="69745" y="48895"/>
                </a:lnTo>
                <a:lnTo>
                  <a:pt x="70462" y="45944"/>
                </a:lnTo>
                <a:lnTo>
                  <a:pt x="70892" y="42874"/>
                </a:lnTo>
                <a:lnTo>
                  <a:pt x="71036" y="39684"/>
                </a:lnTo>
                <a:lnTo>
                  <a:pt x="71033" y="39265"/>
                </a:lnTo>
                <a:lnTo>
                  <a:pt x="71027" y="38850"/>
                </a:lnTo>
                <a:lnTo>
                  <a:pt x="71015" y="38440"/>
                </a:lnTo>
                <a:lnTo>
                  <a:pt x="70999" y="38035"/>
                </a:lnTo>
                <a:lnTo>
                  <a:pt x="70978" y="37634"/>
                </a:lnTo>
                <a:lnTo>
                  <a:pt x="70952" y="37238"/>
                </a:lnTo>
                <a:lnTo>
                  <a:pt x="70922" y="36847"/>
                </a:lnTo>
                <a:lnTo>
                  <a:pt x="70887" y="36460"/>
                </a:lnTo>
                <a:lnTo>
                  <a:pt x="70847" y="36076"/>
                </a:lnTo>
                <a:lnTo>
                  <a:pt x="70803" y="35694"/>
                </a:lnTo>
                <a:lnTo>
                  <a:pt x="70754" y="35314"/>
                </a:lnTo>
                <a:lnTo>
                  <a:pt x="70701" y="34935"/>
                </a:lnTo>
                <a:lnTo>
                  <a:pt x="70643" y="34557"/>
                </a:lnTo>
                <a:lnTo>
                  <a:pt x="70580" y="34181"/>
                </a:lnTo>
                <a:lnTo>
                  <a:pt x="70513" y="33807"/>
                </a:lnTo>
                <a:lnTo>
                  <a:pt x="70441" y="33434"/>
                </a:lnTo>
                <a:lnTo>
                  <a:pt x="77187" y="26688"/>
                </a:lnTo>
                <a:lnTo>
                  <a:pt x="77451" y="27459"/>
                </a:lnTo>
                <a:lnTo>
                  <a:pt x="77699" y="28235"/>
                </a:lnTo>
                <a:lnTo>
                  <a:pt x="77929" y="29015"/>
                </a:lnTo>
                <a:lnTo>
                  <a:pt x="78142" y="29800"/>
                </a:lnTo>
                <a:lnTo>
                  <a:pt x="78338" y="30590"/>
                </a:lnTo>
                <a:lnTo>
                  <a:pt x="78517" y="31385"/>
                </a:lnTo>
                <a:lnTo>
                  <a:pt x="78679" y="32184"/>
                </a:lnTo>
                <a:lnTo>
                  <a:pt x="78824" y="32988"/>
                </a:lnTo>
                <a:lnTo>
                  <a:pt x="78952" y="33798"/>
                </a:lnTo>
                <a:lnTo>
                  <a:pt x="79063" y="34615"/>
                </a:lnTo>
                <a:lnTo>
                  <a:pt x="79156" y="35441"/>
                </a:lnTo>
                <a:lnTo>
                  <a:pt x="79233" y="36274"/>
                </a:lnTo>
                <a:lnTo>
                  <a:pt x="79293" y="37115"/>
                </a:lnTo>
                <a:lnTo>
                  <a:pt x="79336" y="37964"/>
                </a:lnTo>
                <a:lnTo>
                  <a:pt x="79361" y="38820"/>
                </a:lnTo>
                <a:lnTo>
                  <a:pt x="79370" y="39684"/>
                </a:lnTo>
                <a:lnTo>
                  <a:pt x="79321" y="41728"/>
                </a:lnTo>
                <a:lnTo>
                  <a:pt x="79174" y="43740"/>
                </a:lnTo>
                <a:lnTo>
                  <a:pt x="78930" y="45721"/>
                </a:lnTo>
                <a:lnTo>
                  <a:pt x="78588" y="47671"/>
                </a:lnTo>
                <a:lnTo>
                  <a:pt x="78149" y="49590"/>
                </a:lnTo>
                <a:lnTo>
                  <a:pt x="77612" y="51478"/>
                </a:lnTo>
                <a:lnTo>
                  <a:pt x="76977" y="53335"/>
                </a:lnTo>
                <a:lnTo>
                  <a:pt x="76244" y="55162"/>
                </a:lnTo>
                <a:lnTo>
                  <a:pt x="75428" y="56943"/>
                </a:lnTo>
                <a:lnTo>
                  <a:pt x="74542" y="58665"/>
                </a:lnTo>
                <a:lnTo>
                  <a:pt x="73587" y="60328"/>
                </a:lnTo>
                <a:lnTo>
                  <a:pt x="72561" y="61933"/>
                </a:lnTo>
                <a:lnTo>
                  <a:pt x="71466" y="63478"/>
                </a:lnTo>
                <a:lnTo>
                  <a:pt x="70301" y="64965"/>
                </a:lnTo>
                <a:lnTo>
                  <a:pt x="69066" y="66393"/>
                </a:lnTo>
                <a:lnTo>
                  <a:pt x="67762" y="67761"/>
                </a:lnTo>
                <a:lnTo>
                  <a:pt x="66393" y="69066"/>
                </a:lnTo>
                <a:lnTo>
                  <a:pt x="64965" y="70301"/>
                </a:lnTo>
                <a:lnTo>
                  <a:pt x="63479" y="71466"/>
                </a:lnTo>
                <a:lnTo>
                  <a:pt x="61933" y="72561"/>
                </a:lnTo>
                <a:lnTo>
                  <a:pt x="60329" y="73586"/>
                </a:lnTo>
                <a:lnTo>
                  <a:pt x="58665" y="74542"/>
                </a:lnTo>
                <a:lnTo>
                  <a:pt x="56943" y="75428"/>
                </a:lnTo>
                <a:lnTo>
                  <a:pt x="55162" y="76244"/>
                </a:lnTo>
                <a:lnTo>
                  <a:pt x="53336" y="76977"/>
                </a:lnTo>
                <a:lnTo>
                  <a:pt x="51479" y="77611"/>
                </a:lnTo>
                <a:lnTo>
                  <a:pt x="49591" y="78148"/>
                </a:lnTo>
                <a:lnTo>
                  <a:pt x="47671" y="78588"/>
                </a:lnTo>
                <a:lnTo>
                  <a:pt x="45721" y="78930"/>
                </a:lnTo>
                <a:lnTo>
                  <a:pt x="43740" y="79174"/>
                </a:lnTo>
                <a:lnTo>
                  <a:pt x="41728" y="79320"/>
                </a:lnTo>
                <a:lnTo>
                  <a:pt x="39685" y="79369"/>
                </a:lnTo>
                <a:lnTo>
                  <a:pt x="39685" y="79369"/>
                </a:lnTo>
                <a:close/>
              </a:path>
            </a:pathLst>
          </a:custGeom>
          <a:solidFill>
            <a:srgbClr val="BE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3897417" y="2241190"/>
            <a:ext cx="62107" cy="50896"/>
          </a:xfrm>
          <a:custGeom>
            <a:avLst/>
            <a:gdLst/>
            <a:ahLst/>
            <a:cxnLst/>
            <a:rect l="l" t="t" r="r" b="b"/>
            <a:pathLst>
              <a:path w="62107" h="50896">
                <a:moveTo>
                  <a:pt x="16965" y="50896"/>
                </a:moveTo>
                <a:lnTo>
                  <a:pt x="0" y="33832"/>
                </a:lnTo>
                <a:lnTo>
                  <a:pt x="5853" y="27978"/>
                </a:lnTo>
                <a:lnTo>
                  <a:pt x="17064" y="39189"/>
                </a:lnTo>
                <a:lnTo>
                  <a:pt x="56253" y="0"/>
                </a:lnTo>
                <a:lnTo>
                  <a:pt x="62107" y="5755"/>
                </a:lnTo>
                <a:lnTo>
                  <a:pt x="16965" y="50896"/>
                </a:lnTo>
                <a:lnTo>
                  <a:pt x="16965" y="50896"/>
                </a:lnTo>
                <a:close/>
              </a:path>
            </a:pathLst>
          </a:custGeom>
          <a:solidFill>
            <a:srgbClr val="BE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982707" y="2199760"/>
            <a:ext cx="506119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Outcome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893807" y="2324854"/>
            <a:ext cx="82580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pass / partial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893807" y="2435344"/>
            <a:ext cx="932888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refs all in pool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027913" y="177799"/>
            <a:ext cx="1159506" cy="330199"/>
          </a:xfrm>
          <a:prstGeom prst="roundRect">
            <a:avLst>
              <a:gd name="adj" fmla="val 10000"/>
            </a:avLst>
          </a:prstGeom>
          <a:solidFill>
            <a:srgbClr val="7772A8"/>
          </a:solidFill>
          <a:ln w="8890">
            <a:solidFill>
              <a:srgbClr val="777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5116707" y="293261"/>
            <a:ext cx="100543" cy="100543"/>
          </a:xfrm>
          <a:custGeom>
            <a:avLst/>
            <a:gdLst/>
            <a:ahLst/>
            <a:cxnLst/>
            <a:rect l="l" t="t" r="r" b="b"/>
            <a:pathLst>
              <a:path w="100543" h="100543">
                <a:moveTo>
                  <a:pt x="0" y="100543"/>
                </a:moveTo>
                <a:lnTo>
                  <a:pt x="0" y="7541"/>
                </a:lnTo>
                <a:lnTo>
                  <a:pt x="36" y="6799"/>
                </a:lnTo>
                <a:lnTo>
                  <a:pt x="142" y="6080"/>
                </a:lnTo>
                <a:lnTo>
                  <a:pt x="318" y="5385"/>
                </a:lnTo>
                <a:lnTo>
                  <a:pt x="566" y="4713"/>
                </a:lnTo>
                <a:lnTo>
                  <a:pt x="884" y="4065"/>
                </a:lnTo>
                <a:lnTo>
                  <a:pt x="1273" y="3441"/>
                </a:lnTo>
                <a:lnTo>
                  <a:pt x="1732" y="2840"/>
                </a:lnTo>
                <a:lnTo>
                  <a:pt x="2262" y="2263"/>
                </a:lnTo>
                <a:lnTo>
                  <a:pt x="2840" y="1732"/>
                </a:lnTo>
                <a:lnTo>
                  <a:pt x="3441" y="1273"/>
                </a:lnTo>
                <a:lnTo>
                  <a:pt x="4065" y="884"/>
                </a:lnTo>
                <a:lnTo>
                  <a:pt x="4713" y="566"/>
                </a:lnTo>
                <a:lnTo>
                  <a:pt x="5385" y="318"/>
                </a:lnTo>
                <a:lnTo>
                  <a:pt x="6080" y="142"/>
                </a:lnTo>
                <a:lnTo>
                  <a:pt x="6799" y="36"/>
                </a:lnTo>
                <a:lnTo>
                  <a:pt x="7541" y="0"/>
                </a:lnTo>
                <a:lnTo>
                  <a:pt x="93002" y="0"/>
                </a:lnTo>
                <a:lnTo>
                  <a:pt x="93745" y="36"/>
                </a:lnTo>
                <a:lnTo>
                  <a:pt x="94463" y="142"/>
                </a:lnTo>
                <a:lnTo>
                  <a:pt x="95159" y="318"/>
                </a:lnTo>
                <a:lnTo>
                  <a:pt x="95830" y="566"/>
                </a:lnTo>
                <a:lnTo>
                  <a:pt x="96478" y="884"/>
                </a:lnTo>
                <a:lnTo>
                  <a:pt x="97103" y="1273"/>
                </a:lnTo>
                <a:lnTo>
                  <a:pt x="97704" y="1732"/>
                </a:lnTo>
                <a:lnTo>
                  <a:pt x="98281" y="2263"/>
                </a:lnTo>
                <a:lnTo>
                  <a:pt x="98811" y="2840"/>
                </a:lnTo>
                <a:lnTo>
                  <a:pt x="99271" y="3441"/>
                </a:lnTo>
                <a:lnTo>
                  <a:pt x="99660" y="4065"/>
                </a:lnTo>
                <a:lnTo>
                  <a:pt x="99978" y="4713"/>
                </a:lnTo>
                <a:lnTo>
                  <a:pt x="100225" y="5385"/>
                </a:lnTo>
                <a:lnTo>
                  <a:pt x="100402" y="6080"/>
                </a:lnTo>
                <a:lnTo>
                  <a:pt x="100508" y="6799"/>
                </a:lnTo>
                <a:lnTo>
                  <a:pt x="100543" y="7541"/>
                </a:lnTo>
                <a:lnTo>
                  <a:pt x="100543" y="72894"/>
                </a:lnTo>
                <a:lnTo>
                  <a:pt x="100508" y="73636"/>
                </a:lnTo>
                <a:lnTo>
                  <a:pt x="100402" y="74355"/>
                </a:lnTo>
                <a:lnTo>
                  <a:pt x="100225" y="75050"/>
                </a:lnTo>
                <a:lnTo>
                  <a:pt x="99978" y="75722"/>
                </a:lnTo>
                <a:lnTo>
                  <a:pt x="99660" y="76370"/>
                </a:lnTo>
                <a:lnTo>
                  <a:pt x="99271" y="76994"/>
                </a:lnTo>
                <a:lnTo>
                  <a:pt x="98811" y="77595"/>
                </a:lnTo>
                <a:lnTo>
                  <a:pt x="98281" y="78173"/>
                </a:lnTo>
                <a:lnTo>
                  <a:pt x="97704" y="78703"/>
                </a:lnTo>
                <a:lnTo>
                  <a:pt x="97103" y="79162"/>
                </a:lnTo>
                <a:lnTo>
                  <a:pt x="96478" y="79551"/>
                </a:lnTo>
                <a:lnTo>
                  <a:pt x="95830" y="79869"/>
                </a:lnTo>
                <a:lnTo>
                  <a:pt x="95159" y="80117"/>
                </a:lnTo>
                <a:lnTo>
                  <a:pt x="94463" y="80293"/>
                </a:lnTo>
                <a:lnTo>
                  <a:pt x="93745" y="80399"/>
                </a:lnTo>
                <a:lnTo>
                  <a:pt x="93002" y="80435"/>
                </a:lnTo>
                <a:lnTo>
                  <a:pt x="20109" y="80435"/>
                </a:lnTo>
                <a:lnTo>
                  <a:pt x="0" y="100543"/>
                </a:lnTo>
                <a:lnTo>
                  <a:pt x="0" y="1005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5136816" y="346172"/>
            <a:ext cx="39337" cy="7541"/>
          </a:xfrm>
          <a:custGeom>
            <a:avLst/>
            <a:gdLst/>
            <a:ahLst/>
            <a:cxnLst/>
            <a:rect l="l" t="t" r="r" b="b"/>
            <a:pathLst>
              <a:path w="39337" h="7541">
                <a:moveTo>
                  <a:pt x="0" y="7541"/>
                </a:moveTo>
                <a:lnTo>
                  <a:pt x="39337" y="7541"/>
                </a:lnTo>
                <a:lnTo>
                  <a:pt x="39337" y="0"/>
                </a:lnTo>
                <a:lnTo>
                  <a:pt x="0" y="0"/>
                </a:lnTo>
                <a:lnTo>
                  <a:pt x="0" y="7541"/>
                </a:lnTo>
                <a:lnTo>
                  <a:pt x="0" y="75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5136816" y="329834"/>
            <a:ext cx="60326" cy="7541"/>
          </a:xfrm>
          <a:custGeom>
            <a:avLst/>
            <a:gdLst/>
            <a:ahLst/>
            <a:cxnLst/>
            <a:rect l="l" t="t" r="r" b="b"/>
            <a:pathLst>
              <a:path w="60326" h="7541">
                <a:moveTo>
                  <a:pt x="0" y="7541"/>
                </a:moveTo>
                <a:lnTo>
                  <a:pt x="60326" y="7541"/>
                </a:lnTo>
                <a:lnTo>
                  <a:pt x="60326" y="0"/>
                </a:lnTo>
                <a:lnTo>
                  <a:pt x="0" y="0"/>
                </a:lnTo>
                <a:lnTo>
                  <a:pt x="0" y="7541"/>
                </a:lnTo>
                <a:lnTo>
                  <a:pt x="0" y="75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5136816" y="313496"/>
            <a:ext cx="60326" cy="7540"/>
          </a:xfrm>
          <a:custGeom>
            <a:avLst/>
            <a:gdLst/>
            <a:ahLst/>
            <a:cxnLst/>
            <a:rect l="l" t="t" r="r" b="b"/>
            <a:pathLst>
              <a:path w="60326" h="7540">
                <a:moveTo>
                  <a:pt x="0" y="7540"/>
                </a:moveTo>
                <a:lnTo>
                  <a:pt x="60326" y="7540"/>
                </a:lnTo>
                <a:lnTo>
                  <a:pt x="60326" y="0"/>
                </a:lnTo>
                <a:lnTo>
                  <a:pt x="0" y="0"/>
                </a:lnTo>
                <a:lnTo>
                  <a:pt x="0" y="7540"/>
                </a:lnTo>
                <a:lnTo>
                  <a:pt x="0" y="75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256512" y="226059"/>
            <a:ext cx="832101" cy="16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Two sections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256512" y="353821"/>
            <a:ext cx="77225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F0EDFA"/>
                </a:solidFill>
                <a:latin typeface="Arial"/>
              </a:rPr>
              <a:t>user-language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066013" y="609598"/>
            <a:ext cx="1083306" cy="761997"/>
          </a:xfrm>
          <a:prstGeom prst="roundRect">
            <a:avLst>
              <a:gd name="adj" fmla="val 10000"/>
            </a:avLst>
          </a:prstGeom>
          <a:solidFill>
            <a:srgbClr val="E7F1E5"/>
          </a:solidFill>
          <a:ln w="889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5139990" y="689931"/>
            <a:ext cx="79369" cy="79369"/>
          </a:xfrm>
          <a:custGeom>
            <a:avLst/>
            <a:gdLst/>
            <a:ahLst/>
            <a:cxnLst/>
            <a:rect l="l" t="t" r="r" b="b"/>
            <a:pathLst>
              <a:path w="79369" h="79369">
                <a:moveTo>
                  <a:pt x="39685" y="79369"/>
                </a:moveTo>
                <a:lnTo>
                  <a:pt x="37641" y="79321"/>
                </a:lnTo>
                <a:lnTo>
                  <a:pt x="35629" y="79174"/>
                </a:lnTo>
                <a:lnTo>
                  <a:pt x="33648" y="78930"/>
                </a:lnTo>
                <a:lnTo>
                  <a:pt x="31698" y="78588"/>
                </a:lnTo>
                <a:lnTo>
                  <a:pt x="29779" y="78149"/>
                </a:lnTo>
                <a:lnTo>
                  <a:pt x="27891" y="77612"/>
                </a:lnTo>
                <a:lnTo>
                  <a:pt x="26034" y="76977"/>
                </a:lnTo>
                <a:lnTo>
                  <a:pt x="24208" y="76244"/>
                </a:lnTo>
                <a:lnTo>
                  <a:pt x="22426" y="75428"/>
                </a:lnTo>
                <a:lnTo>
                  <a:pt x="20704" y="74542"/>
                </a:lnTo>
                <a:lnTo>
                  <a:pt x="19041" y="73586"/>
                </a:lnTo>
                <a:lnTo>
                  <a:pt x="17436" y="72561"/>
                </a:lnTo>
                <a:lnTo>
                  <a:pt x="15891" y="71466"/>
                </a:lnTo>
                <a:lnTo>
                  <a:pt x="14404" y="70301"/>
                </a:lnTo>
                <a:lnTo>
                  <a:pt x="12976" y="69066"/>
                </a:lnTo>
                <a:lnTo>
                  <a:pt x="11608" y="67762"/>
                </a:lnTo>
                <a:lnTo>
                  <a:pt x="10303" y="66393"/>
                </a:lnTo>
                <a:lnTo>
                  <a:pt x="9068" y="64965"/>
                </a:lnTo>
                <a:lnTo>
                  <a:pt x="7903" y="63478"/>
                </a:lnTo>
                <a:lnTo>
                  <a:pt x="6808" y="61933"/>
                </a:lnTo>
                <a:lnTo>
                  <a:pt x="5783" y="60328"/>
                </a:lnTo>
                <a:lnTo>
                  <a:pt x="4827" y="58665"/>
                </a:lnTo>
                <a:lnTo>
                  <a:pt x="3941" y="56943"/>
                </a:lnTo>
                <a:lnTo>
                  <a:pt x="3125" y="55162"/>
                </a:lnTo>
                <a:lnTo>
                  <a:pt x="2392" y="53336"/>
                </a:lnTo>
                <a:lnTo>
                  <a:pt x="1758" y="51478"/>
                </a:lnTo>
                <a:lnTo>
                  <a:pt x="1221" y="49590"/>
                </a:lnTo>
                <a:lnTo>
                  <a:pt x="781" y="47671"/>
                </a:lnTo>
                <a:lnTo>
                  <a:pt x="439" y="45721"/>
                </a:lnTo>
                <a:lnTo>
                  <a:pt x="195" y="43740"/>
                </a:lnTo>
                <a:lnTo>
                  <a:pt x="49" y="41728"/>
                </a:lnTo>
                <a:lnTo>
                  <a:pt x="0" y="39685"/>
                </a:lnTo>
                <a:lnTo>
                  <a:pt x="49" y="37641"/>
                </a:lnTo>
                <a:lnTo>
                  <a:pt x="195" y="35629"/>
                </a:lnTo>
                <a:lnTo>
                  <a:pt x="439" y="33648"/>
                </a:lnTo>
                <a:lnTo>
                  <a:pt x="781" y="31698"/>
                </a:lnTo>
                <a:lnTo>
                  <a:pt x="1221" y="29779"/>
                </a:lnTo>
                <a:lnTo>
                  <a:pt x="1758" y="27891"/>
                </a:lnTo>
                <a:lnTo>
                  <a:pt x="2392" y="26034"/>
                </a:lnTo>
                <a:lnTo>
                  <a:pt x="3125" y="24208"/>
                </a:lnTo>
                <a:lnTo>
                  <a:pt x="3941" y="22426"/>
                </a:lnTo>
                <a:lnTo>
                  <a:pt x="4827" y="20704"/>
                </a:lnTo>
                <a:lnTo>
                  <a:pt x="5783" y="19041"/>
                </a:lnTo>
                <a:lnTo>
                  <a:pt x="6808" y="17436"/>
                </a:lnTo>
                <a:lnTo>
                  <a:pt x="7903" y="15891"/>
                </a:lnTo>
                <a:lnTo>
                  <a:pt x="9068" y="14404"/>
                </a:lnTo>
                <a:lnTo>
                  <a:pt x="10303" y="12976"/>
                </a:lnTo>
                <a:lnTo>
                  <a:pt x="11608" y="11608"/>
                </a:lnTo>
                <a:lnTo>
                  <a:pt x="12976" y="10303"/>
                </a:lnTo>
                <a:lnTo>
                  <a:pt x="14404" y="9068"/>
                </a:lnTo>
                <a:lnTo>
                  <a:pt x="15891" y="7903"/>
                </a:lnTo>
                <a:lnTo>
                  <a:pt x="17436" y="6808"/>
                </a:lnTo>
                <a:lnTo>
                  <a:pt x="19041" y="5783"/>
                </a:lnTo>
                <a:lnTo>
                  <a:pt x="20704" y="4827"/>
                </a:lnTo>
                <a:lnTo>
                  <a:pt x="22426" y="3941"/>
                </a:lnTo>
                <a:lnTo>
                  <a:pt x="24208" y="3125"/>
                </a:lnTo>
                <a:lnTo>
                  <a:pt x="26034" y="2392"/>
                </a:lnTo>
                <a:lnTo>
                  <a:pt x="27891" y="1758"/>
                </a:lnTo>
                <a:lnTo>
                  <a:pt x="29779" y="1221"/>
                </a:lnTo>
                <a:lnTo>
                  <a:pt x="31698" y="781"/>
                </a:lnTo>
                <a:lnTo>
                  <a:pt x="33648" y="439"/>
                </a:lnTo>
                <a:lnTo>
                  <a:pt x="35629" y="195"/>
                </a:lnTo>
                <a:lnTo>
                  <a:pt x="37641" y="49"/>
                </a:lnTo>
                <a:lnTo>
                  <a:pt x="39685" y="0"/>
                </a:lnTo>
                <a:lnTo>
                  <a:pt x="41237" y="28"/>
                </a:lnTo>
                <a:lnTo>
                  <a:pt x="42769" y="111"/>
                </a:lnTo>
                <a:lnTo>
                  <a:pt x="44282" y="251"/>
                </a:lnTo>
                <a:lnTo>
                  <a:pt x="45774" y="446"/>
                </a:lnTo>
                <a:lnTo>
                  <a:pt x="47246" y="697"/>
                </a:lnTo>
                <a:lnTo>
                  <a:pt x="48697" y="1004"/>
                </a:lnTo>
                <a:lnTo>
                  <a:pt x="50129" y="1367"/>
                </a:lnTo>
                <a:lnTo>
                  <a:pt x="51540" y="1786"/>
                </a:lnTo>
                <a:lnTo>
                  <a:pt x="52929" y="2254"/>
                </a:lnTo>
                <a:lnTo>
                  <a:pt x="54290" y="2765"/>
                </a:lnTo>
                <a:lnTo>
                  <a:pt x="55626" y="3320"/>
                </a:lnTo>
                <a:lnTo>
                  <a:pt x="56935" y="3919"/>
                </a:lnTo>
                <a:lnTo>
                  <a:pt x="58218" y="4560"/>
                </a:lnTo>
                <a:lnTo>
                  <a:pt x="59474" y="5246"/>
                </a:lnTo>
                <a:lnTo>
                  <a:pt x="60704" y="5974"/>
                </a:lnTo>
                <a:lnTo>
                  <a:pt x="61908" y="6746"/>
                </a:lnTo>
                <a:lnTo>
                  <a:pt x="55856" y="12798"/>
                </a:lnTo>
                <a:lnTo>
                  <a:pt x="54955" y="12291"/>
                </a:lnTo>
                <a:lnTo>
                  <a:pt x="54039" y="11812"/>
                </a:lnTo>
                <a:lnTo>
                  <a:pt x="53108" y="11361"/>
                </a:lnTo>
                <a:lnTo>
                  <a:pt x="52161" y="10938"/>
                </a:lnTo>
                <a:lnTo>
                  <a:pt x="51198" y="10543"/>
                </a:lnTo>
                <a:lnTo>
                  <a:pt x="50220" y="10175"/>
                </a:lnTo>
                <a:lnTo>
                  <a:pt x="49226" y="9836"/>
                </a:lnTo>
                <a:lnTo>
                  <a:pt x="48217" y="9524"/>
                </a:lnTo>
                <a:lnTo>
                  <a:pt x="47194" y="9245"/>
                </a:lnTo>
                <a:lnTo>
                  <a:pt x="46158" y="9003"/>
                </a:lnTo>
                <a:lnTo>
                  <a:pt x="45110" y="8799"/>
                </a:lnTo>
                <a:lnTo>
                  <a:pt x="44050" y="8631"/>
                </a:lnTo>
                <a:lnTo>
                  <a:pt x="42977" y="8501"/>
                </a:lnTo>
                <a:lnTo>
                  <a:pt x="41892" y="8408"/>
                </a:lnTo>
                <a:lnTo>
                  <a:pt x="40795" y="8352"/>
                </a:lnTo>
                <a:lnTo>
                  <a:pt x="39685" y="8334"/>
                </a:lnTo>
                <a:lnTo>
                  <a:pt x="36495" y="8477"/>
                </a:lnTo>
                <a:lnTo>
                  <a:pt x="33425" y="8907"/>
                </a:lnTo>
                <a:lnTo>
                  <a:pt x="30474" y="9624"/>
                </a:lnTo>
                <a:lnTo>
                  <a:pt x="27643" y="10628"/>
                </a:lnTo>
                <a:lnTo>
                  <a:pt x="24931" y="11918"/>
                </a:lnTo>
                <a:lnTo>
                  <a:pt x="22338" y="13496"/>
                </a:lnTo>
                <a:lnTo>
                  <a:pt x="19865" y="15360"/>
                </a:lnTo>
                <a:lnTo>
                  <a:pt x="17511" y="17511"/>
                </a:lnTo>
                <a:lnTo>
                  <a:pt x="15360" y="19865"/>
                </a:lnTo>
                <a:lnTo>
                  <a:pt x="13496" y="22338"/>
                </a:lnTo>
                <a:lnTo>
                  <a:pt x="11918" y="24931"/>
                </a:lnTo>
                <a:lnTo>
                  <a:pt x="10628" y="27643"/>
                </a:lnTo>
                <a:lnTo>
                  <a:pt x="9624" y="30474"/>
                </a:lnTo>
                <a:lnTo>
                  <a:pt x="8907" y="33425"/>
                </a:lnTo>
                <a:lnTo>
                  <a:pt x="8477" y="36495"/>
                </a:lnTo>
                <a:lnTo>
                  <a:pt x="8334" y="39685"/>
                </a:lnTo>
                <a:lnTo>
                  <a:pt x="8477" y="42874"/>
                </a:lnTo>
                <a:lnTo>
                  <a:pt x="8907" y="45944"/>
                </a:lnTo>
                <a:lnTo>
                  <a:pt x="9624" y="48895"/>
                </a:lnTo>
                <a:lnTo>
                  <a:pt x="10628" y="51726"/>
                </a:lnTo>
                <a:lnTo>
                  <a:pt x="11918" y="54439"/>
                </a:lnTo>
                <a:lnTo>
                  <a:pt x="13496" y="57031"/>
                </a:lnTo>
                <a:lnTo>
                  <a:pt x="15360" y="59505"/>
                </a:lnTo>
                <a:lnTo>
                  <a:pt x="17511" y="61858"/>
                </a:lnTo>
                <a:lnTo>
                  <a:pt x="19865" y="64009"/>
                </a:lnTo>
                <a:lnTo>
                  <a:pt x="22338" y="65873"/>
                </a:lnTo>
                <a:lnTo>
                  <a:pt x="24931" y="67451"/>
                </a:lnTo>
                <a:lnTo>
                  <a:pt x="27643" y="68741"/>
                </a:lnTo>
                <a:lnTo>
                  <a:pt x="30474" y="69745"/>
                </a:lnTo>
                <a:lnTo>
                  <a:pt x="33425" y="70462"/>
                </a:lnTo>
                <a:lnTo>
                  <a:pt x="36495" y="70892"/>
                </a:lnTo>
                <a:lnTo>
                  <a:pt x="39685" y="71036"/>
                </a:lnTo>
                <a:lnTo>
                  <a:pt x="42874" y="70892"/>
                </a:lnTo>
                <a:lnTo>
                  <a:pt x="45944" y="70462"/>
                </a:lnTo>
                <a:lnTo>
                  <a:pt x="48895" y="69745"/>
                </a:lnTo>
                <a:lnTo>
                  <a:pt x="51726" y="68741"/>
                </a:lnTo>
                <a:lnTo>
                  <a:pt x="54439" y="67451"/>
                </a:lnTo>
                <a:lnTo>
                  <a:pt x="57031" y="65873"/>
                </a:lnTo>
                <a:lnTo>
                  <a:pt x="59505" y="64009"/>
                </a:lnTo>
                <a:lnTo>
                  <a:pt x="61858" y="61858"/>
                </a:lnTo>
                <a:lnTo>
                  <a:pt x="64009" y="59505"/>
                </a:lnTo>
                <a:lnTo>
                  <a:pt x="65873" y="57031"/>
                </a:lnTo>
                <a:lnTo>
                  <a:pt x="67451" y="54439"/>
                </a:lnTo>
                <a:lnTo>
                  <a:pt x="68741" y="51726"/>
                </a:lnTo>
                <a:lnTo>
                  <a:pt x="69745" y="48895"/>
                </a:lnTo>
                <a:lnTo>
                  <a:pt x="70462" y="45944"/>
                </a:lnTo>
                <a:lnTo>
                  <a:pt x="70892" y="42874"/>
                </a:lnTo>
                <a:lnTo>
                  <a:pt x="71036" y="39685"/>
                </a:lnTo>
                <a:lnTo>
                  <a:pt x="71033" y="39265"/>
                </a:lnTo>
                <a:lnTo>
                  <a:pt x="71026" y="38851"/>
                </a:lnTo>
                <a:lnTo>
                  <a:pt x="71015" y="38441"/>
                </a:lnTo>
                <a:lnTo>
                  <a:pt x="70998" y="38035"/>
                </a:lnTo>
                <a:lnTo>
                  <a:pt x="70977" y="37634"/>
                </a:lnTo>
                <a:lnTo>
                  <a:pt x="70952" y="37238"/>
                </a:lnTo>
                <a:lnTo>
                  <a:pt x="70922" y="36847"/>
                </a:lnTo>
                <a:lnTo>
                  <a:pt x="70887" y="36460"/>
                </a:lnTo>
                <a:lnTo>
                  <a:pt x="70847" y="36077"/>
                </a:lnTo>
                <a:lnTo>
                  <a:pt x="70803" y="35694"/>
                </a:lnTo>
                <a:lnTo>
                  <a:pt x="70754" y="35314"/>
                </a:lnTo>
                <a:lnTo>
                  <a:pt x="70701" y="34935"/>
                </a:lnTo>
                <a:lnTo>
                  <a:pt x="70643" y="34557"/>
                </a:lnTo>
                <a:lnTo>
                  <a:pt x="70580" y="34181"/>
                </a:lnTo>
                <a:lnTo>
                  <a:pt x="70512" y="33807"/>
                </a:lnTo>
                <a:lnTo>
                  <a:pt x="70440" y="33434"/>
                </a:lnTo>
                <a:lnTo>
                  <a:pt x="77187" y="26688"/>
                </a:lnTo>
                <a:lnTo>
                  <a:pt x="77451" y="27459"/>
                </a:lnTo>
                <a:lnTo>
                  <a:pt x="77698" y="28235"/>
                </a:lnTo>
                <a:lnTo>
                  <a:pt x="77929" y="29015"/>
                </a:lnTo>
                <a:lnTo>
                  <a:pt x="78142" y="29801"/>
                </a:lnTo>
                <a:lnTo>
                  <a:pt x="78338" y="30590"/>
                </a:lnTo>
                <a:lnTo>
                  <a:pt x="78517" y="31385"/>
                </a:lnTo>
                <a:lnTo>
                  <a:pt x="78679" y="32184"/>
                </a:lnTo>
                <a:lnTo>
                  <a:pt x="78824" y="32988"/>
                </a:lnTo>
                <a:lnTo>
                  <a:pt x="78952" y="33798"/>
                </a:lnTo>
                <a:lnTo>
                  <a:pt x="79062" y="34615"/>
                </a:lnTo>
                <a:lnTo>
                  <a:pt x="79156" y="35441"/>
                </a:lnTo>
                <a:lnTo>
                  <a:pt x="79233" y="36274"/>
                </a:lnTo>
                <a:lnTo>
                  <a:pt x="79293" y="37115"/>
                </a:lnTo>
                <a:lnTo>
                  <a:pt x="79335" y="37964"/>
                </a:lnTo>
                <a:lnTo>
                  <a:pt x="79361" y="38820"/>
                </a:lnTo>
                <a:lnTo>
                  <a:pt x="79369" y="39685"/>
                </a:lnTo>
                <a:lnTo>
                  <a:pt x="79321" y="41728"/>
                </a:lnTo>
                <a:lnTo>
                  <a:pt x="79174" y="43740"/>
                </a:lnTo>
                <a:lnTo>
                  <a:pt x="78930" y="45721"/>
                </a:lnTo>
                <a:lnTo>
                  <a:pt x="78588" y="47671"/>
                </a:lnTo>
                <a:lnTo>
                  <a:pt x="78149" y="49590"/>
                </a:lnTo>
                <a:lnTo>
                  <a:pt x="77612" y="51478"/>
                </a:lnTo>
                <a:lnTo>
                  <a:pt x="76977" y="53336"/>
                </a:lnTo>
                <a:lnTo>
                  <a:pt x="76244" y="55162"/>
                </a:lnTo>
                <a:lnTo>
                  <a:pt x="75428" y="56943"/>
                </a:lnTo>
                <a:lnTo>
                  <a:pt x="74542" y="58665"/>
                </a:lnTo>
                <a:lnTo>
                  <a:pt x="73586" y="60328"/>
                </a:lnTo>
                <a:lnTo>
                  <a:pt x="72561" y="61933"/>
                </a:lnTo>
                <a:lnTo>
                  <a:pt x="71466" y="63478"/>
                </a:lnTo>
                <a:lnTo>
                  <a:pt x="70301" y="64965"/>
                </a:lnTo>
                <a:lnTo>
                  <a:pt x="69066" y="66393"/>
                </a:lnTo>
                <a:lnTo>
                  <a:pt x="67762" y="67762"/>
                </a:lnTo>
                <a:lnTo>
                  <a:pt x="66393" y="69066"/>
                </a:lnTo>
                <a:lnTo>
                  <a:pt x="64965" y="70301"/>
                </a:lnTo>
                <a:lnTo>
                  <a:pt x="63478" y="71466"/>
                </a:lnTo>
                <a:lnTo>
                  <a:pt x="61933" y="72561"/>
                </a:lnTo>
                <a:lnTo>
                  <a:pt x="60328" y="73586"/>
                </a:lnTo>
                <a:lnTo>
                  <a:pt x="58665" y="74542"/>
                </a:lnTo>
                <a:lnTo>
                  <a:pt x="56943" y="75428"/>
                </a:lnTo>
                <a:lnTo>
                  <a:pt x="55162" y="76244"/>
                </a:lnTo>
                <a:lnTo>
                  <a:pt x="53336" y="76977"/>
                </a:lnTo>
                <a:lnTo>
                  <a:pt x="51478" y="77612"/>
                </a:lnTo>
                <a:lnTo>
                  <a:pt x="49590" y="78149"/>
                </a:lnTo>
                <a:lnTo>
                  <a:pt x="47671" y="78588"/>
                </a:lnTo>
                <a:lnTo>
                  <a:pt x="45721" y="78930"/>
                </a:lnTo>
                <a:lnTo>
                  <a:pt x="43740" y="79174"/>
                </a:lnTo>
                <a:lnTo>
                  <a:pt x="41728" y="79321"/>
                </a:lnTo>
                <a:lnTo>
                  <a:pt x="39685" y="79369"/>
                </a:lnTo>
                <a:lnTo>
                  <a:pt x="39685" y="79369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5157253" y="696876"/>
            <a:ext cx="62106" cy="50895"/>
          </a:xfrm>
          <a:custGeom>
            <a:avLst/>
            <a:gdLst/>
            <a:ahLst/>
            <a:cxnLst/>
            <a:rect l="l" t="t" r="r" b="b"/>
            <a:pathLst>
              <a:path w="62106" h="50895">
                <a:moveTo>
                  <a:pt x="16965" y="50895"/>
                </a:moveTo>
                <a:lnTo>
                  <a:pt x="0" y="33831"/>
                </a:lnTo>
                <a:lnTo>
                  <a:pt x="5853" y="27977"/>
                </a:lnTo>
                <a:lnTo>
                  <a:pt x="17064" y="39188"/>
                </a:lnTo>
                <a:lnTo>
                  <a:pt x="56253" y="0"/>
                </a:lnTo>
                <a:lnTo>
                  <a:pt x="62106" y="5754"/>
                </a:lnTo>
                <a:lnTo>
                  <a:pt x="16965" y="50895"/>
                </a:lnTo>
                <a:lnTo>
                  <a:pt x="16965" y="50895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243812" y="661668"/>
            <a:ext cx="643126" cy="16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4F8868"/>
                </a:solidFill>
                <a:latin typeface="Arial"/>
              </a:rPr>
              <a:t>Section 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085820" y="677670"/>
            <a:ext cx="611630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80" b="0">
                <a:solidFill>
                  <a:srgbClr val="4F8868"/>
                </a:solidFill>
                <a:latin typeface="Arial"/>
              </a:rPr>
              <a:t>(verified)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142213" y="836419"/>
            <a:ext cx="879345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only from local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142213" y="946909"/>
            <a:ext cx="1039974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authoritative lit.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142213" y="1057398"/>
            <a:ext cx="1039974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numbered citations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142213" y="1167888"/>
            <a:ext cx="1039974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each DOI-clickable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066013" y="1447795"/>
            <a:ext cx="1083306" cy="761997"/>
          </a:xfrm>
          <a:prstGeom prst="roundRect">
            <a:avLst>
              <a:gd name="adj" fmla="val 10000"/>
            </a:avLst>
          </a:prstGeom>
          <a:solidFill>
            <a:srgbClr val="FBEAE1"/>
          </a:solidFill>
          <a:ln w="889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5147927" y="1524159"/>
            <a:ext cx="63495" cy="83339"/>
          </a:xfrm>
          <a:custGeom>
            <a:avLst/>
            <a:gdLst/>
            <a:ahLst/>
            <a:cxnLst/>
            <a:rect l="l" t="t" r="r" b="b"/>
            <a:pathLst>
              <a:path w="63495" h="83339">
                <a:moveTo>
                  <a:pt x="5952" y="83339"/>
                </a:moveTo>
                <a:lnTo>
                  <a:pt x="5350" y="83311"/>
                </a:lnTo>
                <a:lnTo>
                  <a:pt x="4769" y="83229"/>
                </a:lnTo>
                <a:lnTo>
                  <a:pt x="4210" y="83093"/>
                </a:lnTo>
                <a:lnTo>
                  <a:pt x="3674" y="82901"/>
                </a:lnTo>
                <a:lnTo>
                  <a:pt x="3159" y="82655"/>
                </a:lnTo>
                <a:lnTo>
                  <a:pt x="2667" y="82355"/>
                </a:lnTo>
                <a:lnTo>
                  <a:pt x="2197" y="81999"/>
                </a:lnTo>
                <a:lnTo>
                  <a:pt x="1749" y="81590"/>
                </a:lnTo>
                <a:lnTo>
                  <a:pt x="1339" y="81141"/>
                </a:lnTo>
                <a:lnTo>
                  <a:pt x="984" y="80671"/>
                </a:lnTo>
                <a:lnTo>
                  <a:pt x="683" y="80179"/>
                </a:lnTo>
                <a:lnTo>
                  <a:pt x="437" y="79665"/>
                </a:lnTo>
                <a:lnTo>
                  <a:pt x="246" y="79128"/>
                </a:lnTo>
                <a:lnTo>
                  <a:pt x="109" y="78569"/>
                </a:lnTo>
                <a:lnTo>
                  <a:pt x="27" y="77989"/>
                </a:lnTo>
                <a:lnTo>
                  <a:pt x="0" y="77386"/>
                </a:lnTo>
                <a:lnTo>
                  <a:pt x="0" y="34328"/>
                </a:lnTo>
                <a:lnTo>
                  <a:pt x="27" y="33725"/>
                </a:lnTo>
                <a:lnTo>
                  <a:pt x="109" y="33144"/>
                </a:lnTo>
                <a:lnTo>
                  <a:pt x="246" y="32586"/>
                </a:lnTo>
                <a:lnTo>
                  <a:pt x="437" y="32049"/>
                </a:lnTo>
                <a:lnTo>
                  <a:pt x="683" y="31534"/>
                </a:lnTo>
                <a:lnTo>
                  <a:pt x="984" y="31042"/>
                </a:lnTo>
                <a:lnTo>
                  <a:pt x="1339" y="30572"/>
                </a:lnTo>
                <a:lnTo>
                  <a:pt x="1749" y="30123"/>
                </a:lnTo>
                <a:lnTo>
                  <a:pt x="2197" y="29714"/>
                </a:lnTo>
                <a:lnTo>
                  <a:pt x="2667" y="29358"/>
                </a:lnTo>
                <a:lnTo>
                  <a:pt x="3159" y="29058"/>
                </a:lnTo>
                <a:lnTo>
                  <a:pt x="3674" y="28812"/>
                </a:lnTo>
                <a:lnTo>
                  <a:pt x="4210" y="28621"/>
                </a:lnTo>
                <a:lnTo>
                  <a:pt x="4769" y="28484"/>
                </a:lnTo>
                <a:lnTo>
                  <a:pt x="5350" y="28402"/>
                </a:lnTo>
                <a:lnTo>
                  <a:pt x="5952" y="28375"/>
                </a:lnTo>
                <a:lnTo>
                  <a:pt x="12897" y="28375"/>
                </a:lnTo>
                <a:lnTo>
                  <a:pt x="12897" y="18851"/>
                </a:lnTo>
                <a:lnTo>
                  <a:pt x="12984" y="16931"/>
                </a:lnTo>
                <a:lnTo>
                  <a:pt x="13242" y="15084"/>
                </a:lnTo>
                <a:lnTo>
                  <a:pt x="13673" y="13308"/>
                </a:lnTo>
                <a:lnTo>
                  <a:pt x="14277" y="11605"/>
                </a:lnTo>
                <a:lnTo>
                  <a:pt x="15052" y="9974"/>
                </a:lnTo>
                <a:lnTo>
                  <a:pt x="16001" y="8416"/>
                </a:lnTo>
                <a:lnTo>
                  <a:pt x="17121" y="6929"/>
                </a:lnTo>
                <a:lnTo>
                  <a:pt x="18414" y="5515"/>
                </a:lnTo>
                <a:lnTo>
                  <a:pt x="19830" y="4222"/>
                </a:lnTo>
                <a:lnTo>
                  <a:pt x="21317" y="3102"/>
                </a:lnTo>
                <a:lnTo>
                  <a:pt x="22877" y="2154"/>
                </a:lnTo>
                <a:lnTo>
                  <a:pt x="24509" y="1379"/>
                </a:lnTo>
                <a:lnTo>
                  <a:pt x="26213" y="776"/>
                </a:lnTo>
                <a:lnTo>
                  <a:pt x="27989" y="345"/>
                </a:lnTo>
                <a:lnTo>
                  <a:pt x="29838" y="87"/>
                </a:lnTo>
                <a:lnTo>
                  <a:pt x="31759" y="0"/>
                </a:lnTo>
                <a:lnTo>
                  <a:pt x="33679" y="87"/>
                </a:lnTo>
                <a:lnTo>
                  <a:pt x="35527" y="345"/>
                </a:lnTo>
                <a:lnTo>
                  <a:pt x="37302" y="776"/>
                </a:lnTo>
                <a:lnTo>
                  <a:pt x="39005" y="1379"/>
                </a:lnTo>
                <a:lnTo>
                  <a:pt x="40636" y="2154"/>
                </a:lnTo>
                <a:lnTo>
                  <a:pt x="42193" y="3102"/>
                </a:lnTo>
                <a:lnTo>
                  <a:pt x="43679" y="4222"/>
                </a:lnTo>
                <a:lnTo>
                  <a:pt x="45092" y="5515"/>
                </a:lnTo>
                <a:lnTo>
                  <a:pt x="46382" y="6929"/>
                </a:lnTo>
                <a:lnTo>
                  <a:pt x="47501" y="8416"/>
                </a:lnTo>
                <a:lnTo>
                  <a:pt x="48447" y="9974"/>
                </a:lnTo>
                <a:lnTo>
                  <a:pt x="49221" y="11605"/>
                </a:lnTo>
                <a:lnTo>
                  <a:pt x="49824" y="13308"/>
                </a:lnTo>
                <a:lnTo>
                  <a:pt x="50254" y="15084"/>
                </a:lnTo>
                <a:lnTo>
                  <a:pt x="50512" y="16931"/>
                </a:lnTo>
                <a:lnTo>
                  <a:pt x="50598" y="18851"/>
                </a:lnTo>
                <a:lnTo>
                  <a:pt x="50598" y="28375"/>
                </a:lnTo>
                <a:lnTo>
                  <a:pt x="57543" y="28375"/>
                </a:lnTo>
                <a:lnTo>
                  <a:pt x="58146" y="28402"/>
                </a:lnTo>
                <a:lnTo>
                  <a:pt x="58726" y="28484"/>
                </a:lnTo>
                <a:lnTo>
                  <a:pt x="59285" y="28621"/>
                </a:lnTo>
                <a:lnTo>
                  <a:pt x="59822" y="28812"/>
                </a:lnTo>
                <a:lnTo>
                  <a:pt x="60336" y="29058"/>
                </a:lnTo>
                <a:lnTo>
                  <a:pt x="60829" y="29358"/>
                </a:lnTo>
                <a:lnTo>
                  <a:pt x="61299" y="29714"/>
                </a:lnTo>
                <a:lnTo>
                  <a:pt x="61747" y="30123"/>
                </a:lnTo>
                <a:lnTo>
                  <a:pt x="62157" y="30572"/>
                </a:lnTo>
                <a:lnTo>
                  <a:pt x="62512" y="31042"/>
                </a:lnTo>
                <a:lnTo>
                  <a:pt x="62813" y="31534"/>
                </a:lnTo>
                <a:lnTo>
                  <a:pt x="63058" y="32049"/>
                </a:lnTo>
                <a:lnTo>
                  <a:pt x="63250" y="32586"/>
                </a:lnTo>
                <a:lnTo>
                  <a:pt x="63386" y="33144"/>
                </a:lnTo>
                <a:lnTo>
                  <a:pt x="63468" y="33725"/>
                </a:lnTo>
                <a:lnTo>
                  <a:pt x="63495" y="34328"/>
                </a:lnTo>
                <a:lnTo>
                  <a:pt x="63495" y="77386"/>
                </a:lnTo>
                <a:lnTo>
                  <a:pt x="63468" y="77989"/>
                </a:lnTo>
                <a:lnTo>
                  <a:pt x="63386" y="78569"/>
                </a:lnTo>
                <a:lnTo>
                  <a:pt x="63250" y="79128"/>
                </a:lnTo>
                <a:lnTo>
                  <a:pt x="63058" y="79665"/>
                </a:lnTo>
                <a:lnTo>
                  <a:pt x="62813" y="80179"/>
                </a:lnTo>
                <a:lnTo>
                  <a:pt x="62512" y="80671"/>
                </a:lnTo>
                <a:lnTo>
                  <a:pt x="62157" y="81141"/>
                </a:lnTo>
                <a:lnTo>
                  <a:pt x="61747" y="81590"/>
                </a:lnTo>
                <a:lnTo>
                  <a:pt x="61299" y="81999"/>
                </a:lnTo>
                <a:lnTo>
                  <a:pt x="60829" y="82355"/>
                </a:lnTo>
                <a:lnTo>
                  <a:pt x="60336" y="82655"/>
                </a:lnTo>
                <a:lnTo>
                  <a:pt x="59822" y="82901"/>
                </a:lnTo>
                <a:lnTo>
                  <a:pt x="59285" y="83093"/>
                </a:lnTo>
                <a:lnTo>
                  <a:pt x="58726" y="83229"/>
                </a:lnTo>
                <a:lnTo>
                  <a:pt x="58146" y="83311"/>
                </a:lnTo>
                <a:lnTo>
                  <a:pt x="57543" y="83339"/>
                </a:lnTo>
                <a:lnTo>
                  <a:pt x="5952" y="83339"/>
                </a:lnTo>
                <a:lnTo>
                  <a:pt x="5952" y="83339"/>
                </a:lnTo>
                <a:close/>
              </a:path>
            </a:pathLst>
          </a:cu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5172035" y="1572377"/>
            <a:ext cx="15279" cy="15278"/>
          </a:xfrm>
          <a:custGeom>
            <a:avLst/>
            <a:gdLst/>
            <a:ahLst/>
            <a:cxnLst/>
            <a:rect l="l" t="t" r="r" b="b"/>
            <a:pathLst>
              <a:path w="15279" h="15278">
                <a:moveTo>
                  <a:pt x="13047" y="13093"/>
                </a:moveTo>
                <a:lnTo>
                  <a:pt x="13570" y="12532"/>
                </a:lnTo>
                <a:lnTo>
                  <a:pt x="14023" y="11944"/>
                </a:lnTo>
                <a:lnTo>
                  <a:pt x="14407" y="11329"/>
                </a:lnTo>
                <a:lnTo>
                  <a:pt x="14721" y="10686"/>
                </a:lnTo>
                <a:lnTo>
                  <a:pt x="14965" y="10015"/>
                </a:lnTo>
                <a:lnTo>
                  <a:pt x="15139" y="9317"/>
                </a:lnTo>
                <a:lnTo>
                  <a:pt x="15244" y="8591"/>
                </a:lnTo>
                <a:lnTo>
                  <a:pt x="15279" y="7837"/>
                </a:lnTo>
                <a:lnTo>
                  <a:pt x="15244" y="7102"/>
                </a:lnTo>
                <a:lnTo>
                  <a:pt x="15138" y="6383"/>
                </a:lnTo>
                <a:lnTo>
                  <a:pt x="14963" y="5682"/>
                </a:lnTo>
                <a:lnTo>
                  <a:pt x="14717" y="4997"/>
                </a:lnTo>
                <a:lnTo>
                  <a:pt x="14400" y="4330"/>
                </a:lnTo>
                <a:lnTo>
                  <a:pt x="14014" y="3680"/>
                </a:lnTo>
                <a:lnTo>
                  <a:pt x="13557" y="3046"/>
                </a:lnTo>
                <a:lnTo>
                  <a:pt x="13030" y="2430"/>
                </a:lnTo>
                <a:lnTo>
                  <a:pt x="12453" y="1861"/>
                </a:lnTo>
                <a:lnTo>
                  <a:pt x="11848" y="1367"/>
                </a:lnTo>
                <a:lnTo>
                  <a:pt x="11215" y="949"/>
                </a:lnTo>
                <a:lnTo>
                  <a:pt x="10553" y="607"/>
                </a:lnTo>
                <a:lnTo>
                  <a:pt x="9863" y="341"/>
                </a:lnTo>
                <a:lnTo>
                  <a:pt x="9145" y="151"/>
                </a:lnTo>
                <a:lnTo>
                  <a:pt x="8398" y="38"/>
                </a:lnTo>
                <a:lnTo>
                  <a:pt x="7623" y="0"/>
                </a:lnTo>
                <a:lnTo>
                  <a:pt x="6848" y="38"/>
                </a:lnTo>
                <a:lnTo>
                  <a:pt x="6102" y="151"/>
                </a:lnTo>
                <a:lnTo>
                  <a:pt x="5384" y="341"/>
                </a:lnTo>
                <a:lnTo>
                  <a:pt x="4696" y="607"/>
                </a:lnTo>
                <a:lnTo>
                  <a:pt x="4037" y="949"/>
                </a:lnTo>
                <a:lnTo>
                  <a:pt x="3407" y="1367"/>
                </a:lnTo>
                <a:lnTo>
                  <a:pt x="2805" y="1861"/>
                </a:lnTo>
                <a:lnTo>
                  <a:pt x="2233" y="2430"/>
                </a:lnTo>
                <a:lnTo>
                  <a:pt x="1709" y="3047"/>
                </a:lnTo>
                <a:lnTo>
                  <a:pt x="1256" y="3683"/>
                </a:lnTo>
                <a:lnTo>
                  <a:pt x="872" y="4337"/>
                </a:lnTo>
                <a:lnTo>
                  <a:pt x="558" y="5010"/>
                </a:lnTo>
                <a:lnTo>
                  <a:pt x="314" y="5701"/>
                </a:lnTo>
                <a:lnTo>
                  <a:pt x="140" y="6411"/>
                </a:lnTo>
                <a:lnTo>
                  <a:pt x="35" y="7140"/>
                </a:lnTo>
                <a:lnTo>
                  <a:pt x="0" y="7887"/>
                </a:lnTo>
                <a:lnTo>
                  <a:pt x="35" y="8630"/>
                </a:lnTo>
                <a:lnTo>
                  <a:pt x="141" y="9347"/>
                </a:lnTo>
                <a:lnTo>
                  <a:pt x="317" y="10038"/>
                </a:lnTo>
                <a:lnTo>
                  <a:pt x="563" y="10702"/>
                </a:lnTo>
                <a:lnTo>
                  <a:pt x="879" y="11340"/>
                </a:lnTo>
                <a:lnTo>
                  <a:pt x="1265" y="11952"/>
                </a:lnTo>
                <a:lnTo>
                  <a:pt x="1722" y="12537"/>
                </a:lnTo>
                <a:lnTo>
                  <a:pt x="2249" y="13096"/>
                </a:lnTo>
                <a:lnTo>
                  <a:pt x="2826" y="13607"/>
                </a:lnTo>
                <a:lnTo>
                  <a:pt x="3431" y="14050"/>
                </a:lnTo>
                <a:lnTo>
                  <a:pt x="4064" y="14426"/>
                </a:lnTo>
                <a:lnTo>
                  <a:pt x="4726" y="14733"/>
                </a:lnTo>
                <a:lnTo>
                  <a:pt x="5416" y="14971"/>
                </a:lnTo>
                <a:lnTo>
                  <a:pt x="6134" y="15142"/>
                </a:lnTo>
                <a:lnTo>
                  <a:pt x="6881" y="15244"/>
                </a:lnTo>
                <a:lnTo>
                  <a:pt x="7656" y="15278"/>
                </a:lnTo>
                <a:lnTo>
                  <a:pt x="8431" y="15244"/>
                </a:lnTo>
                <a:lnTo>
                  <a:pt x="9178" y="15142"/>
                </a:lnTo>
                <a:lnTo>
                  <a:pt x="9895" y="14971"/>
                </a:lnTo>
                <a:lnTo>
                  <a:pt x="10583" y="14732"/>
                </a:lnTo>
                <a:lnTo>
                  <a:pt x="11242" y="14424"/>
                </a:lnTo>
                <a:lnTo>
                  <a:pt x="11873" y="14049"/>
                </a:lnTo>
                <a:lnTo>
                  <a:pt x="12474" y="13605"/>
                </a:lnTo>
                <a:lnTo>
                  <a:pt x="13047" y="13093"/>
                </a:lnTo>
                <a:lnTo>
                  <a:pt x="13047" y="13093"/>
                </a:lnTo>
                <a:close/>
              </a:path>
            </a:pathLst>
          </a:cu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5166777" y="1530112"/>
            <a:ext cx="25795" cy="22422"/>
          </a:xfrm>
          <a:custGeom>
            <a:avLst/>
            <a:gdLst/>
            <a:ahLst/>
            <a:cxnLst/>
            <a:rect l="l" t="t" r="r" b="b"/>
            <a:pathLst>
              <a:path w="25795" h="22422">
                <a:moveTo>
                  <a:pt x="0" y="22422"/>
                </a:moveTo>
                <a:lnTo>
                  <a:pt x="25795" y="22422"/>
                </a:lnTo>
                <a:lnTo>
                  <a:pt x="25795" y="12898"/>
                </a:lnTo>
                <a:lnTo>
                  <a:pt x="25736" y="11579"/>
                </a:lnTo>
                <a:lnTo>
                  <a:pt x="25560" y="10311"/>
                </a:lnTo>
                <a:lnTo>
                  <a:pt x="25267" y="9094"/>
                </a:lnTo>
                <a:lnTo>
                  <a:pt x="24856" y="7927"/>
                </a:lnTo>
                <a:lnTo>
                  <a:pt x="24327" y="6810"/>
                </a:lnTo>
                <a:lnTo>
                  <a:pt x="23681" y="5744"/>
                </a:lnTo>
                <a:lnTo>
                  <a:pt x="22918" y="4728"/>
                </a:lnTo>
                <a:lnTo>
                  <a:pt x="22037" y="3762"/>
                </a:lnTo>
                <a:lnTo>
                  <a:pt x="21072" y="2881"/>
                </a:lnTo>
                <a:lnTo>
                  <a:pt x="20057" y="2116"/>
                </a:lnTo>
                <a:lnTo>
                  <a:pt x="18992" y="1470"/>
                </a:lnTo>
                <a:lnTo>
                  <a:pt x="17876" y="941"/>
                </a:lnTo>
                <a:lnTo>
                  <a:pt x="16710" y="529"/>
                </a:lnTo>
                <a:lnTo>
                  <a:pt x="15493" y="235"/>
                </a:lnTo>
                <a:lnTo>
                  <a:pt x="14227" y="59"/>
                </a:lnTo>
                <a:lnTo>
                  <a:pt x="12909" y="0"/>
                </a:lnTo>
                <a:lnTo>
                  <a:pt x="11592" y="59"/>
                </a:lnTo>
                <a:lnTo>
                  <a:pt x="10325" y="235"/>
                </a:lnTo>
                <a:lnTo>
                  <a:pt x="9107" y="529"/>
                </a:lnTo>
                <a:lnTo>
                  <a:pt x="7940" y="941"/>
                </a:lnTo>
                <a:lnTo>
                  <a:pt x="6823" y="1470"/>
                </a:lnTo>
                <a:lnTo>
                  <a:pt x="5755" y="2116"/>
                </a:lnTo>
                <a:lnTo>
                  <a:pt x="4738" y="2881"/>
                </a:lnTo>
                <a:lnTo>
                  <a:pt x="3770" y="3762"/>
                </a:lnTo>
                <a:lnTo>
                  <a:pt x="2886" y="4728"/>
                </a:lnTo>
                <a:lnTo>
                  <a:pt x="2121" y="5744"/>
                </a:lnTo>
                <a:lnTo>
                  <a:pt x="1473" y="6810"/>
                </a:lnTo>
                <a:lnTo>
                  <a:pt x="943" y="7927"/>
                </a:lnTo>
                <a:lnTo>
                  <a:pt x="530" y="9094"/>
                </a:lnTo>
                <a:lnTo>
                  <a:pt x="236" y="10311"/>
                </a:lnTo>
                <a:lnTo>
                  <a:pt x="59" y="11579"/>
                </a:lnTo>
                <a:lnTo>
                  <a:pt x="0" y="12898"/>
                </a:lnTo>
                <a:lnTo>
                  <a:pt x="0" y="22422"/>
                </a:lnTo>
                <a:lnTo>
                  <a:pt x="0" y="22422"/>
                </a:lnTo>
                <a:close/>
              </a:path>
            </a:pathLst>
          </a:cu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243812" y="1499865"/>
            <a:ext cx="643126" cy="16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C87558"/>
                </a:solidFill>
                <a:latin typeface="Arial"/>
              </a:rPr>
              <a:t>Section 2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085820" y="1515867"/>
            <a:ext cx="71871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80" b="0">
                <a:solidFill>
                  <a:srgbClr val="C87558"/>
                </a:solidFill>
                <a:latin typeface="Arial"/>
              </a:rPr>
              <a:t>(unverified)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142213" y="1674616"/>
            <a:ext cx="1039974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timely information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142213" y="1785106"/>
            <a:ext cx="932888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from web; marked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142213" y="1895596"/>
            <a:ext cx="1039974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flagged unverified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142213" y="2006085"/>
            <a:ext cx="1039974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URL + access dates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76200" y="3174989"/>
            <a:ext cx="1451605" cy="3301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4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reeform 169"/>
          <p:cNvSpPr/>
          <p:nvPr/>
        </p:nvSpPr>
        <p:spPr>
          <a:xfrm>
            <a:off x="193251" y="3294364"/>
            <a:ext cx="71965" cy="89957"/>
          </a:xfrm>
          <a:custGeom>
            <a:avLst/>
            <a:gdLst/>
            <a:ahLst/>
            <a:cxnLst/>
            <a:rect l="l" t="t" r="r" b="b"/>
            <a:pathLst>
              <a:path w="71965" h="89957">
                <a:moveTo>
                  <a:pt x="35982" y="89957"/>
                </a:moveTo>
                <a:lnTo>
                  <a:pt x="32134" y="88810"/>
                </a:lnTo>
                <a:lnTo>
                  <a:pt x="28462" y="87339"/>
                </a:lnTo>
                <a:lnTo>
                  <a:pt x="24966" y="85542"/>
                </a:lnTo>
                <a:lnTo>
                  <a:pt x="21645" y="83421"/>
                </a:lnTo>
                <a:lnTo>
                  <a:pt x="18500" y="80974"/>
                </a:lnTo>
                <a:lnTo>
                  <a:pt x="15531" y="78202"/>
                </a:lnTo>
                <a:lnTo>
                  <a:pt x="12738" y="75106"/>
                </a:lnTo>
                <a:lnTo>
                  <a:pt x="10120" y="71684"/>
                </a:lnTo>
                <a:lnTo>
                  <a:pt x="7748" y="68057"/>
                </a:lnTo>
                <a:lnTo>
                  <a:pt x="5692" y="64344"/>
                </a:lnTo>
                <a:lnTo>
                  <a:pt x="3953" y="60544"/>
                </a:lnTo>
                <a:lnTo>
                  <a:pt x="2530" y="56659"/>
                </a:lnTo>
                <a:lnTo>
                  <a:pt x="1423" y="52687"/>
                </a:lnTo>
                <a:lnTo>
                  <a:pt x="632" y="48629"/>
                </a:lnTo>
                <a:lnTo>
                  <a:pt x="158" y="44486"/>
                </a:lnTo>
                <a:lnTo>
                  <a:pt x="0" y="40256"/>
                </a:lnTo>
                <a:lnTo>
                  <a:pt x="0" y="13494"/>
                </a:lnTo>
                <a:lnTo>
                  <a:pt x="35982" y="0"/>
                </a:lnTo>
                <a:lnTo>
                  <a:pt x="71965" y="13494"/>
                </a:lnTo>
                <a:lnTo>
                  <a:pt x="71965" y="40256"/>
                </a:lnTo>
                <a:lnTo>
                  <a:pt x="71807" y="44486"/>
                </a:lnTo>
                <a:lnTo>
                  <a:pt x="71332" y="48629"/>
                </a:lnTo>
                <a:lnTo>
                  <a:pt x="70542" y="52687"/>
                </a:lnTo>
                <a:lnTo>
                  <a:pt x="69435" y="56659"/>
                </a:lnTo>
                <a:lnTo>
                  <a:pt x="68012" y="60544"/>
                </a:lnTo>
                <a:lnTo>
                  <a:pt x="66272" y="64344"/>
                </a:lnTo>
                <a:lnTo>
                  <a:pt x="64217" y="68057"/>
                </a:lnTo>
                <a:lnTo>
                  <a:pt x="61845" y="71684"/>
                </a:lnTo>
                <a:lnTo>
                  <a:pt x="59227" y="75106"/>
                </a:lnTo>
                <a:lnTo>
                  <a:pt x="56433" y="78202"/>
                </a:lnTo>
                <a:lnTo>
                  <a:pt x="53464" y="80974"/>
                </a:lnTo>
                <a:lnTo>
                  <a:pt x="50319" y="83421"/>
                </a:lnTo>
                <a:lnTo>
                  <a:pt x="46998" y="85542"/>
                </a:lnTo>
                <a:lnTo>
                  <a:pt x="43502" y="87339"/>
                </a:lnTo>
                <a:lnTo>
                  <a:pt x="39830" y="88810"/>
                </a:lnTo>
                <a:lnTo>
                  <a:pt x="35982" y="89957"/>
                </a:lnTo>
                <a:lnTo>
                  <a:pt x="35982" y="89957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17499" y="3187943"/>
            <a:ext cx="1033675" cy="154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60" b="1">
                <a:solidFill>
                  <a:srgbClr val="26343B"/>
                </a:solidFill>
                <a:latin typeface="Arial"/>
              </a:rPr>
              <a:t>Source isolation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17499" y="3298052"/>
            <a:ext cx="857298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citation pools &amp;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17499" y="3398382"/>
            <a:ext cx="1003754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namespaces separate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629405" y="3174989"/>
            <a:ext cx="1451605" cy="3301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4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1737460" y="3312018"/>
            <a:ext cx="32047" cy="54199"/>
          </a:xfrm>
          <a:custGeom>
            <a:avLst/>
            <a:gdLst/>
            <a:ahLst/>
            <a:cxnLst/>
            <a:rect l="l" t="t" r="r" b="b"/>
            <a:pathLst>
              <a:path w="32047" h="54199">
                <a:moveTo>
                  <a:pt x="26987" y="54199"/>
                </a:moveTo>
                <a:lnTo>
                  <a:pt x="0" y="27212"/>
                </a:lnTo>
                <a:lnTo>
                  <a:pt x="27212" y="0"/>
                </a:lnTo>
                <a:lnTo>
                  <a:pt x="32047" y="4835"/>
                </a:lnTo>
                <a:lnTo>
                  <a:pt x="9670" y="27212"/>
                </a:lnTo>
                <a:lnTo>
                  <a:pt x="31822" y="49364"/>
                </a:lnTo>
                <a:lnTo>
                  <a:pt x="26987" y="54199"/>
                </a:lnTo>
                <a:lnTo>
                  <a:pt x="26987" y="54199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1795369" y="3312243"/>
            <a:ext cx="32047" cy="54199"/>
          </a:xfrm>
          <a:custGeom>
            <a:avLst/>
            <a:gdLst/>
            <a:ahLst/>
            <a:cxnLst/>
            <a:rect l="l" t="t" r="r" b="b"/>
            <a:pathLst>
              <a:path w="32047" h="54199">
                <a:moveTo>
                  <a:pt x="4835" y="54199"/>
                </a:moveTo>
                <a:lnTo>
                  <a:pt x="0" y="49364"/>
                </a:lnTo>
                <a:lnTo>
                  <a:pt x="22377" y="26987"/>
                </a:lnTo>
                <a:lnTo>
                  <a:pt x="225" y="4835"/>
                </a:lnTo>
                <a:lnTo>
                  <a:pt x="5060" y="0"/>
                </a:lnTo>
                <a:lnTo>
                  <a:pt x="32047" y="26987"/>
                </a:lnTo>
                <a:lnTo>
                  <a:pt x="4835" y="54199"/>
                </a:lnTo>
                <a:lnTo>
                  <a:pt x="4835" y="54199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870704" y="3187943"/>
            <a:ext cx="1093517" cy="154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60" b="1">
                <a:solidFill>
                  <a:srgbClr val="26343B"/>
                </a:solidFill>
                <a:latin typeface="Arial"/>
              </a:rPr>
              <a:t>Code verification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870704" y="3298052"/>
            <a:ext cx="1150210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every in-text citation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870704" y="3398382"/>
            <a:ext cx="564386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resolvable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3182609" y="3174989"/>
            <a:ext cx="1451605" cy="3301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4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3290665" y="3294477"/>
            <a:ext cx="89956" cy="89956"/>
          </a:xfrm>
          <a:custGeom>
            <a:avLst/>
            <a:gdLst/>
            <a:ahLst/>
            <a:cxnLst/>
            <a:rect l="l" t="t" r="r" b="b"/>
            <a:pathLst>
              <a:path w="89956" h="89956">
                <a:moveTo>
                  <a:pt x="0" y="89956"/>
                </a:moveTo>
                <a:lnTo>
                  <a:pt x="0" y="6746"/>
                </a:lnTo>
                <a:lnTo>
                  <a:pt x="31" y="6082"/>
                </a:lnTo>
                <a:lnTo>
                  <a:pt x="126" y="5439"/>
                </a:lnTo>
                <a:lnTo>
                  <a:pt x="284" y="4817"/>
                </a:lnTo>
                <a:lnTo>
                  <a:pt x="506" y="4216"/>
                </a:lnTo>
                <a:lnTo>
                  <a:pt x="790" y="3637"/>
                </a:lnTo>
                <a:lnTo>
                  <a:pt x="1138" y="3078"/>
                </a:lnTo>
                <a:lnTo>
                  <a:pt x="1549" y="2540"/>
                </a:lnTo>
                <a:lnTo>
                  <a:pt x="2024" y="2024"/>
                </a:lnTo>
                <a:lnTo>
                  <a:pt x="2540" y="1549"/>
                </a:lnTo>
                <a:lnTo>
                  <a:pt x="3078" y="1138"/>
                </a:lnTo>
                <a:lnTo>
                  <a:pt x="3637" y="790"/>
                </a:lnTo>
                <a:lnTo>
                  <a:pt x="4216" y="506"/>
                </a:lnTo>
                <a:lnTo>
                  <a:pt x="4817" y="284"/>
                </a:lnTo>
                <a:lnTo>
                  <a:pt x="5439" y="126"/>
                </a:lnTo>
                <a:lnTo>
                  <a:pt x="6082" y="31"/>
                </a:lnTo>
                <a:lnTo>
                  <a:pt x="6746" y="0"/>
                </a:lnTo>
                <a:lnTo>
                  <a:pt x="83209" y="0"/>
                </a:lnTo>
                <a:lnTo>
                  <a:pt x="83873" y="31"/>
                </a:lnTo>
                <a:lnTo>
                  <a:pt x="84516" y="126"/>
                </a:lnTo>
                <a:lnTo>
                  <a:pt x="85138" y="284"/>
                </a:lnTo>
                <a:lnTo>
                  <a:pt x="85739" y="506"/>
                </a:lnTo>
                <a:lnTo>
                  <a:pt x="86319" y="790"/>
                </a:lnTo>
                <a:lnTo>
                  <a:pt x="86878" y="1138"/>
                </a:lnTo>
                <a:lnTo>
                  <a:pt x="87415" y="1549"/>
                </a:lnTo>
                <a:lnTo>
                  <a:pt x="87932" y="2024"/>
                </a:lnTo>
                <a:lnTo>
                  <a:pt x="88406" y="2540"/>
                </a:lnTo>
                <a:lnTo>
                  <a:pt x="88817" y="3078"/>
                </a:lnTo>
                <a:lnTo>
                  <a:pt x="89165" y="3637"/>
                </a:lnTo>
                <a:lnTo>
                  <a:pt x="89450" y="4216"/>
                </a:lnTo>
                <a:lnTo>
                  <a:pt x="89671" y="4817"/>
                </a:lnTo>
                <a:lnTo>
                  <a:pt x="89829" y="5439"/>
                </a:lnTo>
                <a:lnTo>
                  <a:pt x="89924" y="6082"/>
                </a:lnTo>
                <a:lnTo>
                  <a:pt x="89956" y="6746"/>
                </a:lnTo>
                <a:lnTo>
                  <a:pt x="89956" y="65218"/>
                </a:lnTo>
                <a:lnTo>
                  <a:pt x="89924" y="65882"/>
                </a:lnTo>
                <a:lnTo>
                  <a:pt x="89829" y="66525"/>
                </a:lnTo>
                <a:lnTo>
                  <a:pt x="89671" y="67147"/>
                </a:lnTo>
                <a:lnTo>
                  <a:pt x="89450" y="67748"/>
                </a:lnTo>
                <a:lnTo>
                  <a:pt x="89165" y="68328"/>
                </a:lnTo>
                <a:lnTo>
                  <a:pt x="88817" y="68887"/>
                </a:lnTo>
                <a:lnTo>
                  <a:pt x="88406" y="69424"/>
                </a:lnTo>
                <a:lnTo>
                  <a:pt x="87932" y="69941"/>
                </a:lnTo>
                <a:lnTo>
                  <a:pt x="87415" y="70415"/>
                </a:lnTo>
                <a:lnTo>
                  <a:pt x="86878" y="70826"/>
                </a:lnTo>
                <a:lnTo>
                  <a:pt x="86319" y="71174"/>
                </a:lnTo>
                <a:lnTo>
                  <a:pt x="85739" y="71459"/>
                </a:lnTo>
                <a:lnTo>
                  <a:pt x="85138" y="71680"/>
                </a:lnTo>
                <a:lnTo>
                  <a:pt x="84516" y="71838"/>
                </a:lnTo>
                <a:lnTo>
                  <a:pt x="83873" y="71933"/>
                </a:lnTo>
                <a:lnTo>
                  <a:pt x="83209" y="71965"/>
                </a:lnTo>
                <a:lnTo>
                  <a:pt x="17991" y="71965"/>
                </a:lnTo>
                <a:lnTo>
                  <a:pt x="0" y="89956"/>
                </a:lnTo>
                <a:lnTo>
                  <a:pt x="0" y="89956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3308656" y="3341816"/>
            <a:ext cx="35195" cy="6747"/>
          </a:xfrm>
          <a:custGeom>
            <a:avLst/>
            <a:gdLst/>
            <a:ahLst/>
            <a:cxnLst/>
            <a:rect l="l" t="t" r="r" b="b"/>
            <a:pathLst>
              <a:path w="35195" h="6747">
                <a:moveTo>
                  <a:pt x="0" y="6747"/>
                </a:moveTo>
                <a:lnTo>
                  <a:pt x="35195" y="6747"/>
                </a:lnTo>
                <a:lnTo>
                  <a:pt x="35195" y="0"/>
                </a:lnTo>
                <a:lnTo>
                  <a:pt x="0" y="0"/>
                </a:lnTo>
                <a:lnTo>
                  <a:pt x="0" y="6747"/>
                </a:lnTo>
                <a:lnTo>
                  <a:pt x="0" y="6747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3308656" y="3327198"/>
            <a:ext cx="53974" cy="6747"/>
          </a:xfrm>
          <a:custGeom>
            <a:avLst/>
            <a:gdLst/>
            <a:ahLst/>
            <a:cxnLst/>
            <a:rect l="l" t="t" r="r" b="b"/>
            <a:pathLst>
              <a:path w="53974" h="6747">
                <a:moveTo>
                  <a:pt x="0" y="6747"/>
                </a:moveTo>
                <a:lnTo>
                  <a:pt x="53974" y="6747"/>
                </a:lnTo>
                <a:lnTo>
                  <a:pt x="53974" y="0"/>
                </a:lnTo>
                <a:lnTo>
                  <a:pt x="0" y="0"/>
                </a:lnTo>
                <a:lnTo>
                  <a:pt x="0" y="6747"/>
                </a:lnTo>
                <a:lnTo>
                  <a:pt x="0" y="6747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3308656" y="3312580"/>
            <a:ext cx="53974" cy="6747"/>
          </a:xfrm>
          <a:custGeom>
            <a:avLst/>
            <a:gdLst/>
            <a:ahLst/>
            <a:cxnLst/>
            <a:rect l="l" t="t" r="r" b="b"/>
            <a:pathLst>
              <a:path w="53974" h="6747">
                <a:moveTo>
                  <a:pt x="0" y="6747"/>
                </a:moveTo>
                <a:lnTo>
                  <a:pt x="53974" y="6747"/>
                </a:lnTo>
                <a:lnTo>
                  <a:pt x="53974" y="0"/>
                </a:lnTo>
                <a:lnTo>
                  <a:pt x="0" y="0"/>
                </a:lnTo>
                <a:lnTo>
                  <a:pt x="0" y="6747"/>
                </a:lnTo>
                <a:lnTo>
                  <a:pt x="0" y="6747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3423909" y="3187943"/>
            <a:ext cx="1033675" cy="154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60" b="1">
                <a:solidFill>
                  <a:srgbClr val="26343B"/>
                </a:solidFill>
                <a:latin typeface="Arial"/>
              </a:rPr>
              <a:t>Chinese-friendly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423909" y="3298052"/>
            <a:ext cx="1199028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CN question → EN search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423909" y="3398382"/>
            <a:ext cx="1150210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answer in own language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4735814" y="3174989"/>
            <a:ext cx="1451605" cy="3301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4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4885812" y="3315504"/>
            <a:ext cx="24625" cy="45653"/>
          </a:xfrm>
          <a:custGeom>
            <a:avLst/>
            <a:gdLst/>
            <a:ahLst/>
            <a:cxnLst/>
            <a:rect l="l" t="t" r="r" b="b"/>
            <a:pathLst>
              <a:path w="24625" h="45653">
                <a:moveTo>
                  <a:pt x="19565" y="45653"/>
                </a:moveTo>
                <a:lnTo>
                  <a:pt x="24625" y="40593"/>
                </a:lnTo>
                <a:lnTo>
                  <a:pt x="6746" y="22601"/>
                </a:lnTo>
                <a:lnTo>
                  <a:pt x="6746" y="0"/>
                </a:lnTo>
                <a:lnTo>
                  <a:pt x="0" y="0"/>
                </a:lnTo>
                <a:lnTo>
                  <a:pt x="0" y="25300"/>
                </a:lnTo>
                <a:lnTo>
                  <a:pt x="19565" y="45653"/>
                </a:lnTo>
                <a:lnTo>
                  <a:pt x="19565" y="45653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4843869" y="3294477"/>
            <a:ext cx="89957" cy="89956"/>
          </a:xfrm>
          <a:custGeom>
            <a:avLst/>
            <a:gdLst/>
            <a:ahLst/>
            <a:cxnLst/>
            <a:rect l="l" t="t" r="r" b="b"/>
            <a:pathLst>
              <a:path w="89957" h="89956">
                <a:moveTo>
                  <a:pt x="44979" y="89956"/>
                </a:moveTo>
                <a:lnTo>
                  <a:pt x="42689" y="89901"/>
                </a:lnTo>
                <a:lnTo>
                  <a:pt x="40432" y="89735"/>
                </a:lnTo>
                <a:lnTo>
                  <a:pt x="38206" y="89458"/>
                </a:lnTo>
                <a:lnTo>
                  <a:pt x="36011" y="89070"/>
                </a:lnTo>
                <a:lnTo>
                  <a:pt x="33848" y="88572"/>
                </a:lnTo>
                <a:lnTo>
                  <a:pt x="31717" y="87964"/>
                </a:lnTo>
                <a:lnTo>
                  <a:pt x="29617" y="87244"/>
                </a:lnTo>
                <a:lnTo>
                  <a:pt x="27550" y="86414"/>
                </a:lnTo>
                <a:lnTo>
                  <a:pt x="25530" y="85488"/>
                </a:lnTo>
                <a:lnTo>
                  <a:pt x="23575" y="84481"/>
                </a:lnTo>
                <a:lnTo>
                  <a:pt x="21686" y="83394"/>
                </a:lnTo>
                <a:lnTo>
                  <a:pt x="19861" y="82225"/>
                </a:lnTo>
                <a:lnTo>
                  <a:pt x="18102" y="80976"/>
                </a:lnTo>
                <a:lnTo>
                  <a:pt x="16407" y="79646"/>
                </a:lnTo>
                <a:lnTo>
                  <a:pt x="14777" y="78235"/>
                </a:lnTo>
                <a:lnTo>
                  <a:pt x="13213" y="76744"/>
                </a:lnTo>
                <a:lnTo>
                  <a:pt x="11721" y="75179"/>
                </a:lnTo>
                <a:lnTo>
                  <a:pt x="10310" y="73549"/>
                </a:lnTo>
                <a:lnTo>
                  <a:pt x="8980" y="71855"/>
                </a:lnTo>
                <a:lnTo>
                  <a:pt x="7731" y="70095"/>
                </a:lnTo>
                <a:lnTo>
                  <a:pt x="6563" y="68271"/>
                </a:lnTo>
                <a:lnTo>
                  <a:pt x="5475" y="66381"/>
                </a:lnTo>
                <a:lnTo>
                  <a:pt x="4468" y="64426"/>
                </a:lnTo>
                <a:lnTo>
                  <a:pt x="3542" y="62407"/>
                </a:lnTo>
                <a:lnTo>
                  <a:pt x="2712" y="60339"/>
                </a:lnTo>
                <a:lnTo>
                  <a:pt x="1993" y="58239"/>
                </a:lnTo>
                <a:lnTo>
                  <a:pt x="1384" y="56108"/>
                </a:lnTo>
                <a:lnTo>
                  <a:pt x="886" y="53945"/>
                </a:lnTo>
                <a:lnTo>
                  <a:pt x="499" y="51751"/>
                </a:lnTo>
                <a:lnTo>
                  <a:pt x="222" y="49525"/>
                </a:lnTo>
                <a:lnTo>
                  <a:pt x="56" y="47267"/>
                </a:lnTo>
                <a:lnTo>
                  <a:pt x="0" y="44978"/>
                </a:lnTo>
                <a:lnTo>
                  <a:pt x="56" y="42689"/>
                </a:lnTo>
                <a:lnTo>
                  <a:pt x="222" y="40431"/>
                </a:lnTo>
                <a:lnTo>
                  <a:pt x="499" y="38205"/>
                </a:lnTo>
                <a:lnTo>
                  <a:pt x="886" y="36010"/>
                </a:lnTo>
                <a:lnTo>
                  <a:pt x="1384" y="33847"/>
                </a:lnTo>
                <a:lnTo>
                  <a:pt x="1993" y="31716"/>
                </a:lnTo>
                <a:lnTo>
                  <a:pt x="2712" y="29617"/>
                </a:lnTo>
                <a:lnTo>
                  <a:pt x="3542" y="27549"/>
                </a:lnTo>
                <a:lnTo>
                  <a:pt x="4468" y="25529"/>
                </a:lnTo>
                <a:lnTo>
                  <a:pt x="5475" y="23575"/>
                </a:lnTo>
                <a:lnTo>
                  <a:pt x="6563" y="21685"/>
                </a:lnTo>
                <a:lnTo>
                  <a:pt x="7731" y="19860"/>
                </a:lnTo>
                <a:lnTo>
                  <a:pt x="8980" y="18101"/>
                </a:lnTo>
                <a:lnTo>
                  <a:pt x="10310" y="16406"/>
                </a:lnTo>
                <a:lnTo>
                  <a:pt x="11721" y="14777"/>
                </a:lnTo>
                <a:lnTo>
                  <a:pt x="13213" y="13212"/>
                </a:lnTo>
                <a:lnTo>
                  <a:pt x="14777" y="11720"/>
                </a:lnTo>
                <a:lnTo>
                  <a:pt x="16407" y="10309"/>
                </a:lnTo>
                <a:lnTo>
                  <a:pt x="18102" y="8979"/>
                </a:lnTo>
                <a:lnTo>
                  <a:pt x="19861" y="7730"/>
                </a:lnTo>
                <a:lnTo>
                  <a:pt x="21686" y="6562"/>
                </a:lnTo>
                <a:lnTo>
                  <a:pt x="23575" y="5474"/>
                </a:lnTo>
                <a:lnTo>
                  <a:pt x="25530" y="4468"/>
                </a:lnTo>
                <a:lnTo>
                  <a:pt x="27550" y="3542"/>
                </a:lnTo>
                <a:lnTo>
                  <a:pt x="29617" y="2712"/>
                </a:lnTo>
                <a:lnTo>
                  <a:pt x="31717" y="1992"/>
                </a:lnTo>
                <a:lnTo>
                  <a:pt x="33848" y="1383"/>
                </a:lnTo>
                <a:lnTo>
                  <a:pt x="36011" y="885"/>
                </a:lnTo>
                <a:lnTo>
                  <a:pt x="38206" y="498"/>
                </a:lnTo>
                <a:lnTo>
                  <a:pt x="40432" y="221"/>
                </a:lnTo>
                <a:lnTo>
                  <a:pt x="42689" y="55"/>
                </a:lnTo>
                <a:lnTo>
                  <a:pt x="44979" y="0"/>
                </a:lnTo>
                <a:lnTo>
                  <a:pt x="47268" y="55"/>
                </a:lnTo>
                <a:lnTo>
                  <a:pt x="49526" y="221"/>
                </a:lnTo>
                <a:lnTo>
                  <a:pt x="51752" y="498"/>
                </a:lnTo>
                <a:lnTo>
                  <a:pt x="53946" y="885"/>
                </a:lnTo>
                <a:lnTo>
                  <a:pt x="56109" y="1383"/>
                </a:lnTo>
                <a:lnTo>
                  <a:pt x="58240" y="1992"/>
                </a:lnTo>
                <a:lnTo>
                  <a:pt x="60340" y="2712"/>
                </a:lnTo>
                <a:lnTo>
                  <a:pt x="62408" y="3542"/>
                </a:lnTo>
                <a:lnTo>
                  <a:pt x="64427" y="4468"/>
                </a:lnTo>
                <a:lnTo>
                  <a:pt x="66382" y="5474"/>
                </a:lnTo>
                <a:lnTo>
                  <a:pt x="68271" y="6562"/>
                </a:lnTo>
                <a:lnTo>
                  <a:pt x="70096" y="7730"/>
                </a:lnTo>
                <a:lnTo>
                  <a:pt x="71856" y="8979"/>
                </a:lnTo>
                <a:lnTo>
                  <a:pt x="73550" y="10309"/>
                </a:lnTo>
                <a:lnTo>
                  <a:pt x="75180" y="11720"/>
                </a:lnTo>
                <a:lnTo>
                  <a:pt x="76744" y="13212"/>
                </a:lnTo>
                <a:lnTo>
                  <a:pt x="78236" y="14777"/>
                </a:lnTo>
                <a:lnTo>
                  <a:pt x="79647" y="16406"/>
                </a:lnTo>
                <a:lnTo>
                  <a:pt x="80977" y="18101"/>
                </a:lnTo>
                <a:lnTo>
                  <a:pt x="82226" y="19860"/>
                </a:lnTo>
                <a:lnTo>
                  <a:pt x="83395" y="21685"/>
                </a:lnTo>
                <a:lnTo>
                  <a:pt x="84482" y="23575"/>
                </a:lnTo>
                <a:lnTo>
                  <a:pt x="85489" y="25529"/>
                </a:lnTo>
                <a:lnTo>
                  <a:pt x="86415" y="27549"/>
                </a:lnTo>
                <a:lnTo>
                  <a:pt x="87245" y="29617"/>
                </a:lnTo>
                <a:lnTo>
                  <a:pt x="87964" y="31716"/>
                </a:lnTo>
                <a:lnTo>
                  <a:pt x="88573" y="33847"/>
                </a:lnTo>
                <a:lnTo>
                  <a:pt x="89071" y="36010"/>
                </a:lnTo>
                <a:lnTo>
                  <a:pt x="89459" y="38205"/>
                </a:lnTo>
                <a:lnTo>
                  <a:pt x="89735" y="40431"/>
                </a:lnTo>
                <a:lnTo>
                  <a:pt x="89901" y="42689"/>
                </a:lnTo>
                <a:lnTo>
                  <a:pt x="89957" y="44978"/>
                </a:lnTo>
                <a:lnTo>
                  <a:pt x="89901" y="47267"/>
                </a:lnTo>
                <a:lnTo>
                  <a:pt x="89735" y="49525"/>
                </a:lnTo>
                <a:lnTo>
                  <a:pt x="89459" y="51751"/>
                </a:lnTo>
                <a:lnTo>
                  <a:pt x="89071" y="53945"/>
                </a:lnTo>
                <a:lnTo>
                  <a:pt x="88573" y="56108"/>
                </a:lnTo>
                <a:lnTo>
                  <a:pt x="87964" y="58239"/>
                </a:lnTo>
                <a:lnTo>
                  <a:pt x="87245" y="60339"/>
                </a:lnTo>
                <a:lnTo>
                  <a:pt x="86415" y="62407"/>
                </a:lnTo>
                <a:lnTo>
                  <a:pt x="85489" y="64426"/>
                </a:lnTo>
                <a:lnTo>
                  <a:pt x="84482" y="66381"/>
                </a:lnTo>
                <a:lnTo>
                  <a:pt x="83395" y="68271"/>
                </a:lnTo>
                <a:lnTo>
                  <a:pt x="82226" y="70095"/>
                </a:lnTo>
                <a:lnTo>
                  <a:pt x="80977" y="71855"/>
                </a:lnTo>
                <a:lnTo>
                  <a:pt x="79647" y="73549"/>
                </a:lnTo>
                <a:lnTo>
                  <a:pt x="78236" y="75179"/>
                </a:lnTo>
                <a:lnTo>
                  <a:pt x="76744" y="76744"/>
                </a:lnTo>
                <a:lnTo>
                  <a:pt x="75180" y="78235"/>
                </a:lnTo>
                <a:lnTo>
                  <a:pt x="73550" y="79646"/>
                </a:lnTo>
                <a:lnTo>
                  <a:pt x="71856" y="80976"/>
                </a:lnTo>
                <a:lnTo>
                  <a:pt x="70096" y="82225"/>
                </a:lnTo>
                <a:lnTo>
                  <a:pt x="68271" y="83394"/>
                </a:lnTo>
                <a:lnTo>
                  <a:pt x="66382" y="84481"/>
                </a:lnTo>
                <a:lnTo>
                  <a:pt x="64427" y="85488"/>
                </a:lnTo>
                <a:lnTo>
                  <a:pt x="62408" y="86414"/>
                </a:lnTo>
                <a:lnTo>
                  <a:pt x="60340" y="87244"/>
                </a:lnTo>
                <a:lnTo>
                  <a:pt x="58240" y="87964"/>
                </a:lnTo>
                <a:lnTo>
                  <a:pt x="56109" y="88572"/>
                </a:lnTo>
                <a:lnTo>
                  <a:pt x="53946" y="89070"/>
                </a:lnTo>
                <a:lnTo>
                  <a:pt x="51752" y="89458"/>
                </a:lnTo>
                <a:lnTo>
                  <a:pt x="49526" y="89735"/>
                </a:lnTo>
                <a:lnTo>
                  <a:pt x="47268" y="89901"/>
                </a:lnTo>
                <a:lnTo>
                  <a:pt x="44979" y="89956"/>
                </a:lnTo>
                <a:lnTo>
                  <a:pt x="44979" y="89956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977113" y="3187943"/>
            <a:ext cx="1153359" cy="154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60" b="1">
                <a:solidFill>
                  <a:srgbClr val="26343B"/>
                </a:solidFill>
                <a:latin typeface="Arial"/>
              </a:rPr>
              <a:t>Timely but bounded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977113" y="3298052"/>
            <a:ext cx="808479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web information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977113" y="3398382"/>
            <a:ext cx="759661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clearly marked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0800" y="3549257"/>
            <a:ext cx="1904536" cy="174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0" b="1">
                <a:solidFill>
                  <a:srgbClr val="26343B"/>
                </a:solidFill>
                <a:latin typeface="Arial"/>
              </a:rPr>
              <a:t>(b) Knowledge-base overview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76200" y="3708388"/>
            <a:ext cx="3004810" cy="10921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4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238124" y="3840546"/>
            <a:ext cx="28575" cy="9049"/>
          </a:xfrm>
          <a:custGeom>
            <a:avLst/>
            <a:gdLst/>
            <a:ahLst/>
            <a:cxnLst/>
            <a:rect l="l" t="t" r="r" b="b"/>
            <a:pathLst>
              <a:path w="28575" h="9049">
                <a:moveTo>
                  <a:pt x="0" y="9049"/>
                </a:moveTo>
                <a:lnTo>
                  <a:pt x="0" y="3334"/>
                </a:lnTo>
                <a:lnTo>
                  <a:pt x="985" y="2931"/>
                </a:lnTo>
                <a:lnTo>
                  <a:pt x="1976" y="2553"/>
                </a:lnTo>
                <a:lnTo>
                  <a:pt x="2972" y="2201"/>
                </a:lnTo>
                <a:lnTo>
                  <a:pt x="3974" y="1876"/>
                </a:lnTo>
                <a:lnTo>
                  <a:pt x="4981" y="1576"/>
                </a:lnTo>
                <a:lnTo>
                  <a:pt x="5994" y="1303"/>
                </a:lnTo>
                <a:lnTo>
                  <a:pt x="7013" y="1055"/>
                </a:lnTo>
                <a:lnTo>
                  <a:pt x="8037" y="834"/>
                </a:lnTo>
                <a:lnTo>
                  <a:pt x="9070" y="639"/>
                </a:lnTo>
                <a:lnTo>
                  <a:pt x="10117" y="469"/>
                </a:lnTo>
                <a:lnTo>
                  <a:pt x="11176" y="326"/>
                </a:lnTo>
                <a:lnTo>
                  <a:pt x="12249" y="209"/>
                </a:lnTo>
                <a:lnTo>
                  <a:pt x="13334" y="118"/>
                </a:lnTo>
                <a:lnTo>
                  <a:pt x="14433" y="53"/>
                </a:lnTo>
                <a:lnTo>
                  <a:pt x="15544" y="14"/>
                </a:lnTo>
                <a:lnTo>
                  <a:pt x="16669" y="0"/>
                </a:lnTo>
                <a:lnTo>
                  <a:pt x="17441" y="8"/>
                </a:lnTo>
                <a:lnTo>
                  <a:pt x="18209" y="30"/>
                </a:lnTo>
                <a:lnTo>
                  <a:pt x="18974" y="67"/>
                </a:lnTo>
                <a:lnTo>
                  <a:pt x="19735" y="120"/>
                </a:lnTo>
                <a:lnTo>
                  <a:pt x="20492" y="187"/>
                </a:lnTo>
                <a:lnTo>
                  <a:pt x="21245" y="268"/>
                </a:lnTo>
                <a:lnTo>
                  <a:pt x="21995" y="365"/>
                </a:lnTo>
                <a:lnTo>
                  <a:pt x="22741" y="477"/>
                </a:lnTo>
                <a:lnTo>
                  <a:pt x="23483" y="600"/>
                </a:lnTo>
                <a:lnTo>
                  <a:pt x="24222" y="730"/>
                </a:lnTo>
                <a:lnTo>
                  <a:pt x="24957" y="867"/>
                </a:lnTo>
                <a:lnTo>
                  <a:pt x="25688" y="1013"/>
                </a:lnTo>
                <a:lnTo>
                  <a:pt x="26415" y="1165"/>
                </a:lnTo>
                <a:lnTo>
                  <a:pt x="27139" y="1325"/>
                </a:lnTo>
                <a:lnTo>
                  <a:pt x="27859" y="1492"/>
                </a:lnTo>
                <a:lnTo>
                  <a:pt x="28575" y="1667"/>
                </a:lnTo>
                <a:lnTo>
                  <a:pt x="28575" y="6906"/>
                </a:lnTo>
                <a:lnTo>
                  <a:pt x="27860" y="6647"/>
                </a:lnTo>
                <a:lnTo>
                  <a:pt x="27143" y="6404"/>
                </a:lnTo>
                <a:lnTo>
                  <a:pt x="26424" y="6178"/>
                </a:lnTo>
                <a:lnTo>
                  <a:pt x="25703" y="5968"/>
                </a:lnTo>
                <a:lnTo>
                  <a:pt x="24980" y="5776"/>
                </a:lnTo>
                <a:lnTo>
                  <a:pt x="24255" y="5600"/>
                </a:lnTo>
                <a:lnTo>
                  <a:pt x="23529" y="5441"/>
                </a:lnTo>
                <a:lnTo>
                  <a:pt x="22801" y="5299"/>
                </a:lnTo>
                <a:lnTo>
                  <a:pt x="22067" y="5173"/>
                </a:lnTo>
                <a:lnTo>
                  <a:pt x="21323" y="5064"/>
                </a:lnTo>
                <a:lnTo>
                  <a:pt x="20571" y="4972"/>
                </a:lnTo>
                <a:lnTo>
                  <a:pt x="19809" y="4897"/>
                </a:lnTo>
                <a:lnTo>
                  <a:pt x="19038" y="4838"/>
                </a:lnTo>
                <a:lnTo>
                  <a:pt x="18258" y="4796"/>
                </a:lnTo>
                <a:lnTo>
                  <a:pt x="17468" y="4771"/>
                </a:lnTo>
                <a:lnTo>
                  <a:pt x="16669" y="4763"/>
                </a:lnTo>
                <a:lnTo>
                  <a:pt x="15543" y="4781"/>
                </a:lnTo>
                <a:lnTo>
                  <a:pt x="14429" y="4834"/>
                </a:lnTo>
                <a:lnTo>
                  <a:pt x="13326" y="4922"/>
                </a:lnTo>
                <a:lnTo>
                  <a:pt x="12234" y="5046"/>
                </a:lnTo>
                <a:lnTo>
                  <a:pt x="11153" y="5205"/>
                </a:lnTo>
                <a:lnTo>
                  <a:pt x="10083" y="5399"/>
                </a:lnTo>
                <a:lnTo>
                  <a:pt x="9025" y="5629"/>
                </a:lnTo>
                <a:lnTo>
                  <a:pt x="7977" y="5894"/>
                </a:lnTo>
                <a:lnTo>
                  <a:pt x="6941" y="6191"/>
                </a:lnTo>
                <a:lnTo>
                  <a:pt x="5916" y="6515"/>
                </a:lnTo>
                <a:lnTo>
                  <a:pt x="4902" y="6868"/>
                </a:lnTo>
                <a:lnTo>
                  <a:pt x="3899" y="7248"/>
                </a:lnTo>
                <a:lnTo>
                  <a:pt x="2908" y="7657"/>
                </a:lnTo>
                <a:lnTo>
                  <a:pt x="1928" y="8093"/>
                </a:lnTo>
                <a:lnTo>
                  <a:pt x="958" y="8557"/>
                </a:lnTo>
                <a:lnTo>
                  <a:pt x="0" y="9049"/>
                </a:lnTo>
                <a:lnTo>
                  <a:pt x="0" y="9049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238124" y="3866740"/>
            <a:ext cx="28575" cy="9049"/>
          </a:xfrm>
          <a:custGeom>
            <a:avLst/>
            <a:gdLst/>
            <a:ahLst/>
            <a:cxnLst/>
            <a:rect l="l" t="t" r="r" b="b"/>
            <a:pathLst>
              <a:path w="28575" h="9049">
                <a:moveTo>
                  <a:pt x="0" y="9049"/>
                </a:moveTo>
                <a:lnTo>
                  <a:pt x="0" y="3215"/>
                </a:lnTo>
                <a:lnTo>
                  <a:pt x="985" y="2826"/>
                </a:lnTo>
                <a:lnTo>
                  <a:pt x="1976" y="2461"/>
                </a:lnTo>
                <a:lnTo>
                  <a:pt x="2972" y="2122"/>
                </a:lnTo>
                <a:lnTo>
                  <a:pt x="3974" y="1808"/>
                </a:lnTo>
                <a:lnTo>
                  <a:pt x="4981" y="1520"/>
                </a:lnTo>
                <a:lnTo>
                  <a:pt x="5994" y="1256"/>
                </a:lnTo>
                <a:lnTo>
                  <a:pt x="7013" y="1017"/>
                </a:lnTo>
                <a:lnTo>
                  <a:pt x="8037" y="804"/>
                </a:lnTo>
                <a:lnTo>
                  <a:pt x="9070" y="615"/>
                </a:lnTo>
                <a:lnTo>
                  <a:pt x="10117" y="452"/>
                </a:lnTo>
                <a:lnTo>
                  <a:pt x="11176" y="314"/>
                </a:lnTo>
                <a:lnTo>
                  <a:pt x="12249" y="201"/>
                </a:lnTo>
                <a:lnTo>
                  <a:pt x="13334" y="113"/>
                </a:lnTo>
                <a:lnTo>
                  <a:pt x="14433" y="50"/>
                </a:lnTo>
                <a:lnTo>
                  <a:pt x="15544" y="13"/>
                </a:lnTo>
                <a:lnTo>
                  <a:pt x="16669" y="0"/>
                </a:lnTo>
                <a:lnTo>
                  <a:pt x="17441" y="8"/>
                </a:lnTo>
                <a:lnTo>
                  <a:pt x="18209" y="30"/>
                </a:lnTo>
                <a:lnTo>
                  <a:pt x="18974" y="67"/>
                </a:lnTo>
                <a:lnTo>
                  <a:pt x="19735" y="119"/>
                </a:lnTo>
                <a:lnTo>
                  <a:pt x="20492" y="186"/>
                </a:lnTo>
                <a:lnTo>
                  <a:pt x="21245" y="268"/>
                </a:lnTo>
                <a:lnTo>
                  <a:pt x="21995" y="365"/>
                </a:lnTo>
                <a:lnTo>
                  <a:pt x="22741" y="476"/>
                </a:lnTo>
                <a:lnTo>
                  <a:pt x="23483" y="599"/>
                </a:lnTo>
                <a:lnTo>
                  <a:pt x="24222" y="729"/>
                </a:lnTo>
                <a:lnTo>
                  <a:pt x="24957" y="867"/>
                </a:lnTo>
                <a:lnTo>
                  <a:pt x="25688" y="1012"/>
                </a:lnTo>
                <a:lnTo>
                  <a:pt x="26415" y="1165"/>
                </a:lnTo>
                <a:lnTo>
                  <a:pt x="27139" y="1325"/>
                </a:lnTo>
                <a:lnTo>
                  <a:pt x="27859" y="1492"/>
                </a:lnTo>
                <a:lnTo>
                  <a:pt x="28575" y="1667"/>
                </a:lnTo>
                <a:lnTo>
                  <a:pt x="28575" y="6906"/>
                </a:lnTo>
                <a:lnTo>
                  <a:pt x="27860" y="6646"/>
                </a:lnTo>
                <a:lnTo>
                  <a:pt x="27143" y="6403"/>
                </a:lnTo>
                <a:lnTo>
                  <a:pt x="26424" y="6177"/>
                </a:lnTo>
                <a:lnTo>
                  <a:pt x="25703" y="5968"/>
                </a:lnTo>
                <a:lnTo>
                  <a:pt x="24980" y="5776"/>
                </a:lnTo>
                <a:lnTo>
                  <a:pt x="24255" y="5600"/>
                </a:lnTo>
                <a:lnTo>
                  <a:pt x="23529" y="5441"/>
                </a:lnTo>
                <a:lnTo>
                  <a:pt x="22801" y="5298"/>
                </a:lnTo>
                <a:lnTo>
                  <a:pt x="22067" y="5173"/>
                </a:lnTo>
                <a:lnTo>
                  <a:pt x="21323" y="5064"/>
                </a:lnTo>
                <a:lnTo>
                  <a:pt x="20571" y="4972"/>
                </a:lnTo>
                <a:lnTo>
                  <a:pt x="19809" y="4897"/>
                </a:lnTo>
                <a:lnTo>
                  <a:pt x="19038" y="4838"/>
                </a:lnTo>
                <a:lnTo>
                  <a:pt x="18258" y="4796"/>
                </a:lnTo>
                <a:lnTo>
                  <a:pt x="17468" y="4771"/>
                </a:lnTo>
                <a:lnTo>
                  <a:pt x="16669" y="4763"/>
                </a:lnTo>
                <a:lnTo>
                  <a:pt x="15543" y="4779"/>
                </a:lnTo>
                <a:lnTo>
                  <a:pt x="14429" y="4830"/>
                </a:lnTo>
                <a:lnTo>
                  <a:pt x="13326" y="4913"/>
                </a:lnTo>
                <a:lnTo>
                  <a:pt x="12234" y="5031"/>
                </a:lnTo>
                <a:lnTo>
                  <a:pt x="11153" y="5181"/>
                </a:lnTo>
                <a:lnTo>
                  <a:pt x="10083" y="5365"/>
                </a:lnTo>
                <a:lnTo>
                  <a:pt x="9025" y="5583"/>
                </a:lnTo>
                <a:lnTo>
                  <a:pt x="7977" y="5834"/>
                </a:lnTo>
                <a:lnTo>
                  <a:pt x="6941" y="6119"/>
                </a:lnTo>
                <a:lnTo>
                  <a:pt x="5916" y="6437"/>
                </a:lnTo>
                <a:lnTo>
                  <a:pt x="4902" y="6789"/>
                </a:lnTo>
                <a:lnTo>
                  <a:pt x="3899" y="7174"/>
                </a:lnTo>
                <a:lnTo>
                  <a:pt x="2908" y="7592"/>
                </a:lnTo>
                <a:lnTo>
                  <a:pt x="1928" y="8044"/>
                </a:lnTo>
                <a:lnTo>
                  <a:pt x="958" y="8530"/>
                </a:lnTo>
                <a:lnTo>
                  <a:pt x="0" y="9049"/>
                </a:lnTo>
                <a:lnTo>
                  <a:pt x="0" y="9049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238124" y="3853643"/>
            <a:ext cx="28575" cy="9049"/>
          </a:xfrm>
          <a:custGeom>
            <a:avLst/>
            <a:gdLst/>
            <a:ahLst/>
            <a:cxnLst/>
            <a:rect l="l" t="t" r="r" b="b"/>
            <a:pathLst>
              <a:path w="28575" h="9049">
                <a:moveTo>
                  <a:pt x="0" y="9049"/>
                </a:moveTo>
                <a:lnTo>
                  <a:pt x="0" y="3334"/>
                </a:lnTo>
                <a:lnTo>
                  <a:pt x="985" y="2930"/>
                </a:lnTo>
                <a:lnTo>
                  <a:pt x="1976" y="2553"/>
                </a:lnTo>
                <a:lnTo>
                  <a:pt x="2972" y="2201"/>
                </a:lnTo>
                <a:lnTo>
                  <a:pt x="3974" y="1876"/>
                </a:lnTo>
                <a:lnTo>
                  <a:pt x="4981" y="1576"/>
                </a:lnTo>
                <a:lnTo>
                  <a:pt x="5994" y="1303"/>
                </a:lnTo>
                <a:lnTo>
                  <a:pt x="7013" y="1055"/>
                </a:lnTo>
                <a:lnTo>
                  <a:pt x="8037" y="834"/>
                </a:lnTo>
                <a:lnTo>
                  <a:pt x="9070" y="638"/>
                </a:lnTo>
                <a:lnTo>
                  <a:pt x="10117" y="469"/>
                </a:lnTo>
                <a:lnTo>
                  <a:pt x="11176" y="326"/>
                </a:lnTo>
                <a:lnTo>
                  <a:pt x="12249" y="209"/>
                </a:lnTo>
                <a:lnTo>
                  <a:pt x="13334" y="118"/>
                </a:lnTo>
                <a:lnTo>
                  <a:pt x="14433" y="52"/>
                </a:lnTo>
                <a:lnTo>
                  <a:pt x="15544" y="13"/>
                </a:lnTo>
                <a:lnTo>
                  <a:pt x="16669" y="0"/>
                </a:lnTo>
                <a:lnTo>
                  <a:pt x="17441" y="8"/>
                </a:lnTo>
                <a:lnTo>
                  <a:pt x="18209" y="30"/>
                </a:lnTo>
                <a:lnTo>
                  <a:pt x="18974" y="67"/>
                </a:lnTo>
                <a:lnTo>
                  <a:pt x="19735" y="119"/>
                </a:lnTo>
                <a:lnTo>
                  <a:pt x="20492" y="186"/>
                </a:lnTo>
                <a:lnTo>
                  <a:pt x="21245" y="268"/>
                </a:lnTo>
                <a:lnTo>
                  <a:pt x="21995" y="365"/>
                </a:lnTo>
                <a:lnTo>
                  <a:pt x="22741" y="477"/>
                </a:lnTo>
                <a:lnTo>
                  <a:pt x="23483" y="599"/>
                </a:lnTo>
                <a:lnTo>
                  <a:pt x="24222" y="730"/>
                </a:lnTo>
                <a:lnTo>
                  <a:pt x="24957" y="867"/>
                </a:lnTo>
                <a:lnTo>
                  <a:pt x="25688" y="1012"/>
                </a:lnTo>
                <a:lnTo>
                  <a:pt x="26415" y="1165"/>
                </a:lnTo>
                <a:lnTo>
                  <a:pt x="27139" y="1325"/>
                </a:lnTo>
                <a:lnTo>
                  <a:pt x="27859" y="1492"/>
                </a:lnTo>
                <a:lnTo>
                  <a:pt x="28575" y="1667"/>
                </a:lnTo>
                <a:lnTo>
                  <a:pt x="28575" y="6906"/>
                </a:lnTo>
                <a:lnTo>
                  <a:pt x="27860" y="6646"/>
                </a:lnTo>
                <a:lnTo>
                  <a:pt x="27143" y="6404"/>
                </a:lnTo>
                <a:lnTo>
                  <a:pt x="26424" y="6178"/>
                </a:lnTo>
                <a:lnTo>
                  <a:pt x="25703" y="5968"/>
                </a:lnTo>
                <a:lnTo>
                  <a:pt x="24980" y="5776"/>
                </a:lnTo>
                <a:lnTo>
                  <a:pt x="24255" y="5600"/>
                </a:lnTo>
                <a:lnTo>
                  <a:pt x="23529" y="5441"/>
                </a:lnTo>
                <a:lnTo>
                  <a:pt x="22801" y="5299"/>
                </a:lnTo>
                <a:lnTo>
                  <a:pt x="22067" y="5173"/>
                </a:lnTo>
                <a:lnTo>
                  <a:pt x="21323" y="5064"/>
                </a:lnTo>
                <a:lnTo>
                  <a:pt x="20571" y="4972"/>
                </a:lnTo>
                <a:lnTo>
                  <a:pt x="19809" y="4897"/>
                </a:lnTo>
                <a:lnTo>
                  <a:pt x="19038" y="4838"/>
                </a:lnTo>
                <a:lnTo>
                  <a:pt x="18258" y="4796"/>
                </a:lnTo>
                <a:lnTo>
                  <a:pt x="17468" y="4771"/>
                </a:lnTo>
                <a:lnTo>
                  <a:pt x="16669" y="4763"/>
                </a:lnTo>
                <a:lnTo>
                  <a:pt x="15543" y="4780"/>
                </a:lnTo>
                <a:lnTo>
                  <a:pt x="14429" y="4834"/>
                </a:lnTo>
                <a:lnTo>
                  <a:pt x="13326" y="4922"/>
                </a:lnTo>
                <a:lnTo>
                  <a:pt x="12234" y="5046"/>
                </a:lnTo>
                <a:lnTo>
                  <a:pt x="11153" y="5205"/>
                </a:lnTo>
                <a:lnTo>
                  <a:pt x="10083" y="5399"/>
                </a:lnTo>
                <a:lnTo>
                  <a:pt x="9025" y="5629"/>
                </a:lnTo>
                <a:lnTo>
                  <a:pt x="7977" y="5894"/>
                </a:lnTo>
                <a:lnTo>
                  <a:pt x="6941" y="6191"/>
                </a:lnTo>
                <a:lnTo>
                  <a:pt x="5916" y="6515"/>
                </a:lnTo>
                <a:lnTo>
                  <a:pt x="4902" y="6868"/>
                </a:lnTo>
                <a:lnTo>
                  <a:pt x="3899" y="7248"/>
                </a:lnTo>
                <a:lnTo>
                  <a:pt x="2908" y="7657"/>
                </a:lnTo>
                <a:lnTo>
                  <a:pt x="1928" y="8093"/>
                </a:lnTo>
                <a:lnTo>
                  <a:pt x="958" y="8557"/>
                </a:lnTo>
                <a:lnTo>
                  <a:pt x="0" y="9049"/>
                </a:lnTo>
                <a:lnTo>
                  <a:pt x="0" y="9049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232409" y="3829831"/>
            <a:ext cx="41434" cy="58340"/>
          </a:xfrm>
          <a:custGeom>
            <a:avLst/>
            <a:gdLst/>
            <a:ahLst/>
            <a:cxnLst/>
            <a:rect l="l" t="t" r="r" b="b"/>
            <a:pathLst>
              <a:path w="41434" h="58340">
                <a:moveTo>
                  <a:pt x="0" y="58340"/>
                </a:moveTo>
                <a:lnTo>
                  <a:pt x="1485" y="57619"/>
                </a:lnTo>
                <a:lnTo>
                  <a:pt x="2962" y="56945"/>
                </a:lnTo>
                <a:lnTo>
                  <a:pt x="4432" y="56317"/>
                </a:lnTo>
                <a:lnTo>
                  <a:pt x="5894" y="55736"/>
                </a:lnTo>
                <a:lnTo>
                  <a:pt x="7349" y="55201"/>
                </a:lnTo>
                <a:lnTo>
                  <a:pt x="8796" y="54713"/>
                </a:lnTo>
                <a:lnTo>
                  <a:pt x="10236" y="54271"/>
                </a:lnTo>
                <a:lnTo>
                  <a:pt x="11668" y="53876"/>
                </a:lnTo>
                <a:lnTo>
                  <a:pt x="13108" y="53527"/>
                </a:lnTo>
                <a:lnTo>
                  <a:pt x="14570" y="53224"/>
                </a:lnTo>
                <a:lnTo>
                  <a:pt x="16055" y="52969"/>
                </a:lnTo>
                <a:lnTo>
                  <a:pt x="17562" y="52759"/>
                </a:lnTo>
                <a:lnTo>
                  <a:pt x="19091" y="52597"/>
                </a:lnTo>
                <a:lnTo>
                  <a:pt x="20643" y="52480"/>
                </a:lnTo>
                <a:lnTo>
                  <a:pt x="22216" y="52410"/>
                </a:lnTo>
                <a:lnTo>
                  <a:pt x="23813" y="52387"/>
                </a:lnTo>
                <a:lnTo>
                  <a:pt x="24948" y="52398"/>
                </a:lnTo>
                <a:lnTo>
                  <a:pt x="26093" y="52432"/>
                </a:lnTo>
                <a:lnTo>
                  <a:pt x="27248" y="52488"/>
                </a:lnTo>
                <a:lnTo>
                  <a:pt x="28411" y="52566"/>
                </a:lnTo>
                <a:lnTo>
                  <a:pt x="29584" y="52666"/>
                </a:lnTo>
                <a:lnTo>
                  <a:pt x="30767" y="52789"/>
                </a:lnTo>
                <a:lnTo>
                  <a:pt x="31958" y="52934"/>
                </a:lnTo>
                <a:lnTo>
                  <a:pt x="33159" y="53102"/>
                </a:lnTo>
                <a:lnTo>
                  <a:pt x="34343" y="53288"/>
                </a:lnTo>
                <a:lnTo>
                  <a:pt x="35484" y="53489"/>
                </a:lnTo>
                <a:lnTo>
                  <a:pt x="36583" y="53704"/>
                </a:lnTo>
                <a:lnTo>
                  <a:pt x="37639" y="53935"/>
                </a:lnTo>
                <a:lnTo>
                  <a:pt x="38652" y="54181"/>
                </a:lnTo>
                <a:lnTo>
                  <a:pt x="39622" y="54441"/>
                </a:lnTo>
                <a:lnTo>
                  <a:pt x="40549" y="54716"/>
                </a:lnTo>
                <a:lnTo>
                  <a:pt x="41434" y="55007"/>
                </a:lnTo>
                <a:lnTo>
                  <a:pt x="41434" y="3929"/>
                </a:lnTo>
                <a:lnTo>
                  <a:pt x="40415" y="3440"/>
                </a:lnTo>
                <a:lnTo>
                  <a:pt x="39381" y="2984"/>
                </a:lnTo>
                <a:lnTo>
                  <a:pt x="38334" y="2562"/>
                </a:lnTo>
                <a:lnTo>
                  <a:pt x="37272" y="2173"/>
                </a:lnTo>
                <a:lnTo>
                  <a:pt x="36196" y="1817"/>
                </a:lnTo>
                <a:lnTo>
                  <a:pt x="35106" y="1496"/>
                </a:lnTo>
                <a:lnTo>
                  <a:pt x="34001" y="1207"/>
                </a:lnTo>
                <a:lnTo>
                  <a:pt x="32883" y="952"/>
                </a:lnTo>
                <a:lnTo>
                  <a:pt x="31756" y="729"/>
                </a:lnTo>
                <a:lnTo>
                  <a:pt x="30627" y="536"/>
                </a:lnTo>
                <a:lnTo>
                  <a:pt x="29497" y="372"/>
                </a:lnTo>
                <a:lnTo>
                  <a:pt x="28364" y="238"/>
                </a:lnTo>
                <a:lnTo>
                  <a:pt x="27229" y="134"/>
                </a:lnTo>
                <a:lnTo>
                  <a:pt x="26092" y="59"/>
                </a:lnTo>
                <a:lnTo>
                  <a:pt x="24953" y="15"/>
                </a:lnTo>
                <a:lnTo>
                  <a:pt x="23813" y="0"/>
                </a:lnTo>
                <a:lnTo>
                  <a:pt x="22212" y="31"/>
                </a:lnTo>
                <a:lnTo>
                  <a:pt x="20624" y="123"/>
                </a:lnTo>
                <a:lnTo>
                  <a:pt x="19049" y="276"/>
                </a:lnTo>
                <a:lnTo>
                  <a:pt x="17487" y="491"/>
                </a:lnTo>
                <a:lnTo>
                  <a:pt x="15939" y="767"/>
                </a:lnTo>
                <a:lnTo>
                  <a:pt x="14403" y="1105"/>
                </a:lnTo>
                <a:lnTo>
                  <a:pt x="12880" y="1504"/>
                </a:lnTo>
                <a:lnTo>
                  <a:pt x="11371" y="1964"/>
                </a:lnTo>
                <a:lnTo>
                  <a:pt x="9878" y="2481"/>
                </a:lnTo>
                <a:lnTo>
                  <a:pt x="8405" y="3047"/>
                </a:lnTo>
                <a:lnTo>
                  <a:pt x="6953" y="3664"/>
                </a:lnTo>
                <a:lnTo>
                  <a:pt x="5522" y="4331"/>
                </a:lnTo>
                <a:lnTo>
                  <a:pt x="4111" y="5048"/>
                </a:lnTo>
                <a:lnTo>
                  <a:pt x="2720" y="5815"/>
                </a:lnTo>
                <a:lnTo>
                  <a:pt x="1350" y="6633"/>
                </a:lnTo>
                <a:lnTo>
                  <a:pt x="0" y="7501"/>
                </a:lnTo>
                <a:lnTo>
                  <a:pt x="0" y="58340"/>
                </a:lnTo>
                <a:lnTo>
                  <a:pt x="0" y="58340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Freeform 199"/>
          <p:cNvSpPr/>
          <p:nvPr/>
        </p:nvSpPr>
        <p:spPr>
          <a:xfrm>
            <a:off x="176212" y="3822687"/>
            <a:ext cx="104775" cy="76200"/>
          </a:xfrm>
          <a:custGeom>
            <a:avLst/>
            <a:gdLst/>
            <a:ahLst/>
            <a:cxnLst/>
            <a:rect l="l" t="t" r="r" b="b"/>
            <a:pathLst>
              <a:path w="104775" h="76200">
                <a:moveTo>
                  <a:pt x="52625" y="76200"/>
                </a:moveTo>
                <a:lnTo>
                  <a:pt x="51091" y="75101"/>
                </a:lnTo>
                <a:lnTo>
                  <a:pt x="49522" y="74068"/>
                </a:lnTo>
                <a:lnTo>
                  <a:pt x="47921" y="73100"/>
                </a:lnTo>
                <a:lnTo>
                  <a:pt x="46285" y="72196"/>
                </a:lnTo>
                <a:lnTo>
                  <a:pt x="44617" y="71358"/>
                </a:lnTo>
                <a:lnTo>
                  <a:pt x="42914" y="70585"/>
                </a:lnTo>
                <a:lnTo>
                  <a:pt x="41179" y="69878"/>
                </a:lnTo>
                <a:lnTo>
                  <a:pt x="39409" y="69235"/>
                </a:lnTo>
                <a:lnTo>
                  <a:pt x="37618" y="68663"/>
                </a:lnTo>
                <a:lnTo>
                  <a:pt x="35815" y="68167"/>
                </a:lnTo>
                <a:lnTo>
                  <a:pt x="34001" y="67747"/>
                </a:lnTo>
                <a:lnTo>
                  <a:pt x="32176" y="67404"/>
                </a:lnTo>
                <a:lnTo>
                  <a:pt x="30340" y="67137"/>
                </a:lnTo>
                <a:lnTo>
                  <a:pt x="28493" y="66947"/>
                </a:lnTo>
                <a:lnTo>
                  <a:pt x="26634" y="66832"/>
                </a:lnTo>
                <a:lnTo>
                  <a:pt x="24765" y="66794"/>
                </a:lnTo>
                <a:lnTo>
                  <a:pt x="23680" y="66811"/>
                </a:lnTo>
                <a:lnTo>
                  <a:pt x="22599" y="66861"/>
                </a:lnTo>
                <a:lnTo>
                  <a:pt x="21524" y="66945"/>
                </a:lnTo>
                <a:lnTo>
                  <a:pt x="20453" y="67062"/>
                </a:lnTo>
                <a:lnTo>
                  <a:pt x="19388" y="67213"/>
                </a:lnTo>
                <a:lnTo>
                  <a:pt x="18327" y="67397"/>
                </a:lnTo>
                <a:lnTo>
                  <a:pt x="17271" y="67614"/>
                </a:lnTo>
                <a:lnTo>
                  <a:pt x="16220" y="67866"/>
                </a:lnTo>
                <a:lnTo>
                  <a:pt x="15172" y="68141"/>
                </a:lnTo>
                <a:lnTo>
                  <a:pt x="14124" y="68431"/>
                </a:lnTo>
                <a:lnTo>
                  <a:pt x="13078" y="68736"/>
                </a:lnTo>
                <a:lnTo>
                  <a:pt x="12032" y="69056"/>
                </a:lnTo>
                <a:lnTo>
                  <a:pt x="10987" y="69391"/>
                </a:lnTo>
                <a:lnTo>
                  <a:pt x="9943" y="69741"/>
                </a:lnTo>
                <a:lnTo>
                  <a:pt x="8900" y="70105"/>
                </a:lnTo>
                <a:lnTo>
                  <a:pt x="7858" y="70485"/>
                </a:lnTo>
                <a:lnTo>
                  <a:pt x="7173" y="70766"/>
                </a:lnTo>
                <a:lnTo>
                  <a:pt x="6495" y="70954"/>
                </a:lnTo>
                <a:lnTo>
                  <a:pt x="5823" y="71049"/>
                </a:lnTo>
                <a:lnTo>
                  <a:pt x="5157" y="71050"/>
                </a:lnTo>
                <a:lnTo>
                  <a:pt x="4497" y="70959"/>
                </a:lnTo>
                <a:lnTo>
                  <a:pt x="3843" y="70775"/>
                </a:lnTo>
                <a:lnTo>
                  <a:pt x="3195" y="70498"/>
                </a:lnTo>
                <a:lnTo>
                  <a:pt x="2554" y="70128"/>
                </a:lnTo>
                <a:lnTo>
                  <a:pt x="1955" y="69689"/>
                </a:lnTo>
                <a:lnTo>
                  <a:pt x="1436" y="69205"/>
                </a:lnTo>
                <a:lnTo>
                  <a:pt x="998" y="68677"/>
                </a:lnTo>
                <a:lnTo>
                  <a:pt x="638" y="68104"/>
                </a:lnTo>
                <a:lnTo>
                  <a:pt x="359" y="67486"/>
                </a:lnTo>
                <a:lnTo>
                  <a:pt x="160" y="66824"/>
                </a:lnTo>
                <a:lnTo>
                  <a:pt x="40" y="66117"/>
                </a:lnTo>
                <a:lnTo>
                  <a:pt x="0" y="65365"/>
                </a:lnTo>
                <a:lnTo>
                  <a:pt x="0" y="10240"/>
                </a:lnTo>
                <a:lnTo>
                  <a:pt x="13" y="9798"/>
                </a:lnTo>
                <a:lnTo>
                  <a:pt x="52" y="9365"/>
                </a:lnTo>
                <a:lnTo>
                  <a:pt x="117" y="8942"/>
                </a:lnTo>
                <a:lnTo>
                  <a:pt x="208" y="8528"/>
                </a:lnTo>
                <a:lnTo>
                  <a:pt x="325" y="8123"/>
                </a:lnTo>
                <a:lnTo>
                  <a:pt x="469" y="7728"/>
                </a:lnTo>
                <a:lnTo>
                  <a:pt x="638" y="7342"/>
                </a:lnTo>
                <a:lnTo>
                  <a:pt x="833" y="6965"/>
                </a:lnTo>
                <a:lnTo>
                  <a:pt x="1055" y="6603"/>
                </a:lnTo>
                <a:lnTo>
                  <a:pt x="1302" y="6262"/>
                </a:lnTo>
                <a:lnTo>
                  <a:pt x="1576" y="5941"/>
                </a:lnTo>
                <a:lnTo>
                  <a:pt x="1875" y="5641"/>
                </a:lnTo>
                <a:lnTo>
                  <a:pt x="2201" y="5361"/>
                </a:lnTo>
                <a:lnTo>
                  <a:pt x="2552" y="5101"/>
                </a:lnTo>
                <a:lnTo>
                  <a:pt x="2930" y="4862"/>
                </a:lnTo>
                <a:lnTo>
                  <a:pt x="3334" y="4644"/>
                </a:lnTo>
                <a:lnTo>
                  <a:pt x="4590" y="4068"/>
                </a:lnTo>
                <a:lnTo>
                  <a:pt x="5860" y="3531"/>
                </a:lnTo>
                <a:lnTo>
                  <a:pt x="7143" y="3033"/>
                </a:lnTo>
                <a:lnTo>
                  <a:pt x="8438" y="2575"/>
                </a:lnTo>
                <a:lnTo>
                  <a:pt x="9747" y="2155"/>
                </a:lnTo>
                <a:lnTo>
                  <a:pt x="11069" y="1775"/>
                </a:lnTo>
                <a:lnTo>
                  <a:pt x="12404" y="1434"/>
                </a:lnTo>
                <a:lnTo>
                  <a:pt x="13752" y="1131"/>
                </a:lnTo>
                <a:lnTo>
                  <a:pt x="15109" y="866"/>
                </a:lnTo>
                <a:lnTo>
                  <a:pt x="16471" y="636"/>
                </a:lnTo>
                <a:lnTo>
                  <a:pt x="17840" y="442"/>
                </a:lnTo>
                <a:lnTo>
                  <a:pt x="19214" y="283"/>
                </a:lnTo>
                <a:lnTo>
                  <a:pt x="20593" y="159"/>
                </a:lnTo>
                <a:lnTo>
                  <a:pt x="21978" y="71"/>
                </a:lnTo>
                <a:lnTo>
                  <a:pt x="23369" y="18"/>
                </a:lnTo>
                <a:lnTo>
                  <a:pt x="24765" y="0"/>
                </a:lnTo>
                <a:lnTo>
                  <a:pt x="26634" y="32"/>
                </a:lnTo>
                <a:lnTo>
                  <a:pt x="28489" y="127"/>
                </a:lnTo>
                <a:lnTo>
                  <a:pt x="30332" y="285"/>
                </a:lnTo>
                <a:lnTo>
                  <a:pt x="32162" y="506"/>
                </a:lnTo>
                <a:lnTo>
                  <a:pt x="33978" y="791"/>
                </a:lnTo>
                <a:lnTo>
                  <a:pt x="35782" y="1139"/>
                </a:lnTo>
                <a:lnTo>
                  <a:pt x="37572" y="1550"/>
                </a:lnTo>
                <a:lnTo>
                  <a:pt x="39350" y="2024"/>
                </a:lnTo>
                <a:lnTo>
                  <a:pt x="41107" y="2564"/>
                </a:lnTo>
                <a:lnTo>
                  <a:pt x="42836" y="3170"/>
                </a:lnTo>
                <a:lnTo>
                  <a:pt x="44538" y="3844"/>
                </a:lnTo>
                <a:lnTo>
                  <a:pt x="46211" y="4584"/>
                </a:lnTo>
                <a:lnTo>
                  <a:pt x="47856" y="5391"/>
                </a:lnTo>
                <a:lnTo>
                  <a:pt x="49474" y="6266"/>
                </a:lnTo>
                <a:lnTo>
                  <a:pt x="51064" y="7207"/>
                </a:lnTo>
                <a:lnTo>
                  <a:pt x="52625" y="8215"/>
                </a:lnTo>
                <a:lnTo>
                  <a:pt x="54157" y="7207"/>
                </a:lnTo>
                <a:lnTo>
                  <a:pt x="55717" y="6266"/>
                </a:lnTo>
                <a:lnTo>
                  <a:pt x="57305" y="5391"/>
                </a:lnTo>
                <a:lnTo>
                  <a:pt x="58921" y="4584"/>
                </a:lnTo>
                <a:lnTo>
                  <a:pt x="60564" y="3844"/>
                </a:lnTo>
                <a:lnTo>
                  <a:pt x="62236" y="3170"/>
                </a:lnTo>
                <a:lnTo>
                  <a:pt x="63935" y="2564"/>
                </a:lnTo>
                <a:lnTo>
                  <a:pt x="65663" y="2024"/>
                </a:lnTo>
                <a:lnTo>
                  <a:pt x="67410" y="1550"/>
                </a:lnTo>
                <a:lnTo>
                  <a:pt x="69171" y="1139"/>
                </a:lnTo>
                <a:lnTo>
                  <a:pt x="70945" y="791"/>
                </a:lnTo>
                <a:lnTo>
                  <a:pt x="72732" y="506"/>
                </a:lnTo>
                <a:lnTo>
                  <a:pt x="74532" y="285"/>
                </a:lnTo>
                <a:lnTo>
                  <a:pt x="76345" y="127"/>
                </a:lnTo>
                <a:lnTo>
                  <a:pt x="78171" y="32"/>
                </a:lnTo>
                <a:lnTo>
                  <a:pt x="80010" y="0"/>
                </a:lnTo>
                <a:lnTo>
                  <a:pt x="81410" y="18"/>
                </a:lnTo>
                <a:lnTo>
                  <a:pt x="82801" y="71"/>
                </a:lnTo>
                <a:lnTo>
                  <a:pt x="84185" y="159"/>
                </a:lnTo>
                <a:lnTo>
                  <a:pt x="85559" y="283"/>
                </a:lnTo>
                <a:lnTo>
                  <a:pt x="86926" y="442"/>
                </a:lnTo>
                <a:lnTo>
                  <a:pt x="88284" y="636"/>
                </a:lnTo>
                <a:lnTo>
                  <a:pt x="89633" y="866"/>
                </a:lnTo>
                <a:lnTo>
                  <a:pt x="90974" y="1131"/>
                </a:lnTo>
                <a:lnTo>
                  <a:pt x="92305" y="1434"/>
                </a:lnTo>
                <a:lnTo>
                  <a:pt x="93626" y="1775"/>
                </a:lnTo>
                <a:lnTo>
                  <a:pt x="94936" y="2155"/>
                </a:lnTo>
                <a:lnTo>
                  <a:pt x="96235" y="2575"/>
                </a:lnTo>
                <a:lnTo>
                  <a:pt x="97523" y="3033"/>
                </a:lnTo>
                <a:lnTo>
                  <a:pt x="98800" y="3531"/>
                </a:lnTo>
                <a:lnTo>
                  <a:pt x="100066" y="4068"/>
                </a:lnTo>
                <a:lnTo>
                  <a:pt x="101322" y="4644"/>
                </a:lnTo>
                <a:lnTo>
                  <a:pt x="101726" y="4862"/>
                </a:lnTo>
                <a:lnTo>
                  <a:pt x="102107" y="5101"/>
                </a:lnTo>
                <a:lnTo>
                  <a:pt x="102463" y="5361"/>
                </a:lnTo>
                <a:lnTo>
                  <a:pt x="102795" y="5641"/>
                </a:lnTo>
                <a:lnTo>
                  <a:pt x="103103" y="5941"/>
                </a:lnTo>
                <a:lnTo>
                  <a:pt x="103387" y="6262"/>
                </a:lnTo>
                <a:lnTo>
                  <a:pt x="103646" y="6603"/>
                </a:lnTo>
                <a:lnTo>
                  <a:pt x="103882" y="6965"/>
                </a:lnTo>
                <a:lnTo>
                  <a:pt x="104091" y="7342"/>
                </a:lnTo>
                <a:lnTo>
                  <a:pt x="104272" y="7728"/>
                </a:lnTo>
                <a:lnTo>
                  <a:pt x="104426" y="8123"/>
                </a:lnTo>
                <a:lnTo>
                  <a:pt x="104551" y="8528"/>
                </a:lnTo>
                <a:lnTo>
                  <a:pt x="104649" y="8942"/>
                </a:lnTo>
                <a:lnTo>
                  <a:pt x="104719" y="9365"/>
                </a:lnTo>
                <a:lnTo>
                  <a:pt x="104761" y="9798"/>
                </a:lnTo>
                <a:lnTo>
                  <a:pt x="104775" y="10240"/>
                </a:lnTo>
                <a:lnTo>
                  <a:pt x="104775" y="65365"/>
                </a:lnTo>
                <a:lnTo>
                  <a:pt x="104733" y="66171"/>
                </a:lnTo>
                <a:lnTo>
                  <a:pt x="104607" y="66926"/>
                </a:lnTo>
                <a:lnTo>
                  <a:pt x="104398" y="67633"/>
                </a:lnTo>
                <a:lnTo>
                  <a:pt x="104105" y="68289"/>
                </a:lnTo>
                <a:lnTo>
                  <a:pt x="103728" y="68896"/>
                </a:lnTo>
                <a:lnTo>
                  <a:pt x="103268" y="69453"/>
                </a:lnTo>
                <a:lnTo>
                  <a:pt x="102724" y="69961"/>
                </a:lnTo>
                <a:lnTo>
                  <a:pt x="102096" y="70419"/>
                </a:lnTo>
                <a:lnTo>
                  <a:pt x="101427" y="70799"/>
                </a:lnTo>
                <a:lnTo>
                  <a:pt x="100760" y="71073"/>
                </a:lnTo>
                <a:lnTo>
                  <a:pt x="100095" y="71241"/>
                </a:lnTo>
                <a:lnTo>
                  <a:pt x="99432" y="71302"/>
                </a:lnTo>
                <a:lnTo>
                  <a:pt x="98770" y="71257"/>
                </a:lnTo>
                <a:lnTo>
                  <a:pt x="98111" y="71106"/>
                </a:lnTo>
                <a:lnTo>
                  <a:pt x="97453" y="70849"/>
                </a:lnTo>
                <a:lnTo>
                  <a:pt x="96797" y="70485"/>
                </a:lnTo>
                <a:lnTo>
                  <a:pt x="95783" y="70078"/>
                </a:lnTo>
                <a:lnTo>
                  <a:pt x="94764" y="69692"/>
                </a:lnTo>
                <a:lnTo>
                  <a:pt x="93741" y="69327"/>
                </a:lnTo>
                <a:lnTo>
                  <a:pt x="92713" y="68982"/>
                </a:lnTo>
                <a:lnTo>
                  <a:pt x="91680" y="68657"/>
                </a:lnTo>
                <a:lnTo>
                  <a:pt x="90643" y="68353"/>
                </a:lnTo>
                <a:lnTo>
                  <a:pt x="89601" y="68069"/>
                </a:lnTo>
                <a:lnTo>
                  <a:pt x="88555" y="67806"/>
                </a:lnTo>
                <a:lnTo>
                  <a:pt x="87504" y="67569"/>
                </a:lnTo>
                <a:lnTo>
                  <a:pt x="86448" y="67363"/>
                </a:lnTo>
                <a:lnTo>
                  <a:pt x="85387" y="67189"/>
                </a:lnTo>
                <a:lnTo>
                  <a:pt x="84321" y="67047"/>
                </a:lnTo>
                <a:lnTo>
                  <a:pt x="83251" y="66936"/>
                </a:lnTo>
                <a:lnTo>
                  <a:pt x="82175" y="66857"/>
                </a:lnTo>
                <a:lnTo>
                  <a:pt x="81095" y="66810"/>
                </a:lnTo>
                <a:lnTo>
                  <a:pt x="80010" y="66794"/>
                </a:lnTo>
                <a:lnTo>
                  <a:pt x="78144" y="66833"/>
                </a:lnTo>
                <a:lnTo>
                  <a:pt x="76296" y="66950"/>
                </a:lnTo>
                <a:lnTo>
                  <a:pt x="74468" y="67146"/>
                </a:lnTo>
                <a:lnTo>
                  <a:pt x="72658" y="67419"/>
                </a:lnTo>
                <a:lnTo>
                  <a:pt x="70866" y="67771"/>
                </a:lnTo>
                <a:lnTo>
                  <a:pt x="69093" y="68200"/>
                </a:lnTo>
                <a:lnTo>
                  <a:pt x="67339" y="68708"/>
                </a:lnTo>
                <a:lnTo>
                  <a:pt x="65603" y="69294"/>
                </a:lnTo>
                <a:lnTo>
                  <a:pt x="63890" y="69949"/>
                </a:lnTo>
                <a:lnTo>
                  <a:pt x="62202" y="70664"/>
                </a:lnTo>
                <a:lnTo>
                  <a:pt x="60541" y="71437"/>
                </a:lnTo>
                <a:lnTo>
                  <a:pt x="58906" y="72271"/>
                </a:lnTo>
                <a:lnTo>
                  <a:pt x="57297" y="73164"/>
                </a:lnTo>
                <a:lnTo>
                  <a:pt x="55714" y="74116"/>
                </a:lnTo>
                <a:lnTo>
                  <a:pt x="54156" y="75128"/>
                </a:lnTo>
                <a:lnTo>
                  <a:pt x="52625" y="76200"/>
                </a:lnTo>
                <a:lnTo>
                  <a:pt x="52625" y="76200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42899" y="3760457"/>
            <a:ext cx="1588003" cy="16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6343B"/>
                </a:solidFill>
                <a:latin typeface="Arial"/>
              </a:rPr>
              <a:t>Authoritative literature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42899" y="3886441"/>
            <a:ext cx="1991150" cy="154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60" b="0">
                <a:solidFill>
                  <a:srgbClr val="26343B"/>
                </a:solidFill>
                <a:latin typeface="Arial"/>
              </a:rPr>
              <a:t>4,906 documents · 126,494 chunks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177799" y="4063986"/>
            <a:ext cx="642618" cy="4317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Freeform 203"/>
          <p:cNvSpPr/>
          <p:nvPr/>
        </p:nvSpPr>
        <p:spPr>
          <a:xfrm>
            <a:off x="259713" y="4148288"/>
            <a:ext cx="63496" cy="71432"/>
          </a:xfrm>
          <a:custGeom>
            <a:avLst/>
            <a:gdLst/>
            <a:ahLst/>
            <a:cxnLst/>
            <a:rect l="l" t="t" r="r" b="b"/>
            <a:pathLst>
              <a:path w="63496" h="71432">
                <a:moveTo>
                  <a:pt x="31748" y="71432"/>
                </a:moveTo>
                <a:lnTo>
                  <a:pt x="30150" y="71384"/>
                </a:lnTo>
                <a:lnTo>
                  <a:pt x="28579" y="71240"/>
                </a:lnTo>
                <a:lnTo>
                  <a:pt x="27037" y="71000"/>
                </a:lnTo>
                <a:lnTo>
                  <a:pt x="25522" y="70663"/>
                </a:lnTo>
                <a:lnTo>
                  <a:pt x="24036" y="70231"/>
                </a:lnTo>
                <a:lnTo>
                  <a:pt x="22577" y="69702"/>
                </a:lnTo>
                <a:lnTo>
                  <a:pt x="21146" y="69078"/>
                </a:lnTo>
                <a:lnTo>
                  <a:pt x="19743" y="68357"/>
                </a:lnTo>
                <a:lnTo>
                  <a:pt x="18399" y="67546"/>
                </a:lnTo>
                <a:lnTo>
                  <a:pt x="17145" y="66652"/>
                </a:lnTo>
                <a:lnTo>
                  <a:pt x="15981" y="65673"/>
                </a:lnTo>
                <a:lnTo>
                  <a:pt x="14907" y="64612"/>
                </a:lnTo>
                <a:lnTo>
                  <a:pt x="13922" y="63466"/>
                </a:lnTo>
                <a:lnTo>
                  <a:pt x="13028" y="62237"/>
                </a:lnTo>
                <a:lnTo>
                  <a:pt x="12223" y="60924"/>
                </a:lnTo>
                <a:lnTo>
                  <a:pt x="11509" y="59527"/>
                </a:lnTo>
                <a:lnTo>
                  <a:pt x="0" y="59527"/>
                </a:lnTo>
                <a:lnTo>
                  <a:pt x="0" y="53574"/>
                </a:lnTo>
                <a:lnTo>
                  <a:pt x="9128" y="53574"/>
                </a:lnTo>
                <a:lnTo>
                  <a:pt x="8965" y="52929"/>
                </a:lnTo>
                <a:lnTo>
                  <a:pt x="8824" y="52281"/>
                </a:lnTo>
                <a:lnTo>
                  <a:pt x="8704" y="51633"/>
                </a:lnTo>
                <a:lnTo>
                  <a:pt x="8607" y="50982"/>
                </a:lnTo>
                <a:lnTo>
                  <a:pt x="8531" y="50330"/>
                </a:lnTo>
                <a:lnTo>
                  <a:pt x="8477" y="49677"/>
                </a:lnTo>
                <a:lnTo>
                  <a:pt x="8444" y="49022"/>
                </a:lnTo>
                <a:lnTo>
                  <a:pt x="8433" y="48366"/>
                </a:lnTo>
                <a:lnTo>
                  <a:pt x="8433" y="43058"/>
                </a:lnTo>
                <a:lnTo>
                  <a:pt x="0" y="43058"/>
                </a:lnTo>
                <a:lnTo>
                  <a:pt x="0" y="37105"/>
                </a:lnTo>
                <a:lnTo>
                  <a:pt x="8433" y="37105"/>
                </a:lnTo>
                <a:lnTo>
                  <a:pt x="8434" y="36386"/>
                </a:lnTo>
                <a:lnTo>
                  <a:pt x="8436" y="35670"/>
                </a:lnTo>
                <a:lnTo>
                  <a:pt x="8440" y="34954"/>
                </a:lnTo>
                <a:lnTo>
                  <a:pt x="8446" y="34240"/>
                </a:lnTo>
                <a:lnTo>
                  <a:pt x="8453" y="33528"/>
                </a:lnTo>
                <a:lnTo>
                  <a:pt x="8461" y="32817"/>
                </a:lnTo>
                <a:lnTo>
                  <a:pt x="8471" y="32108"/>
                </a:lnTo>
                <a:lnTo>
                  <a:pt x="8483" y="31400"/>
                </a:lnTo>
                <a:lnTo>
                  <a:pt x="8507" y="30694"/>
                </a:lnTo>
                <a:lnTo>
                  <a:pt x="8554" y="29990"/>
                </a:lnTo>
                <a:lnTo>
                  <a:pt x="8625" y="29287"/>
                </a:lnTo>
                <a:lnTo>
                  <a:pt x="8718" y="28585"/>
                </a:lnTo>
                <a:lnTo>
                  <a:pt x="8835" y="27885"/>
                </a:lnTo>
                <a:lnTo>
                  <a:pt x="8976" y="27187"/>
                </a:lnTo>
                <a:lnTo>
                  <a:pt x="9139" y="26490"/>
                </a:lnTo>
                <a:lnTo>
                  <a:pt x="9326" y="25795"/>
                </a:lnTo>
                <a:lnTo>
                  <a:pt x="0" y="25795"/>
                </a:lnTo>
                <a:lnTo>
                  <a:pt x="0" y="19842"/>
                </a:lnTo>
                <a:lnTo>
                  <a:pt x="11906" y="19842"/>
                </a:lnTo>
                <a:lnTo>
                  <a:pt x="12267" y="19158"/>
                </a:lnTo>
                <a:lnTo>
                  <a:pt x="12656" y="18497"/>
                </a:lnTo>
                <a:lnTo>
                  <a:pt x="13073" y="17856"/>
                </a:lnTo>
                <a:lnTo>
                  <a:pt x="13518" y="17238"/>
                </a:lnTo>
                <a:lnTo>
                  <a:pt x="13991" y="16641"/>
                </a:lnTo>
                <a:lnTo>
                  <a:pt x="14491" y="16066"/>
                </a:lnTo>
                <a:lnTo>
                  <a:pt x="15020" y="15512"/>
                </a:lnTo>
                <a:lnTo>
                  <a:pt x="15576" y="14981"/>
                </a:lnTo>
                <a:lnTo>
                  <a:pt x="16155" y="14471"/>
                </a:lnTo>
                <a:lnTo>
                  <a:pt x="16748" y="13982"/>
                </a:lnTo>
                <a:lnTo>
                  <a:pt x="17358" y="13516"/>
                </a:lnTo>
                <a:lnTo>
                  <a:pt x="17982" y="13071"/>
                </a:lnTo>
                <a:lnTo>
                  <a:pt x="18623" y="12648"/>
                </a:lnTo>
                <a:lnTo>
                  <a:pt x="19278" y="12246"/>
                </a:lnTo>
                <a:lnTo>
                  <a:pt x="19949" y="11866"/>
                </a:lnTo>
                <a:lnTo>
                  <a:pt x="20636" y="11508"/>
                </a:lnTo>
                <a:lnTo>
                  <a:pt x="12997" y="3968"/>
                </a:lnTo>
                <a:lnTo>
                  <a:pt x="16965" y="0"/>
                </a:lnTo>
                <a:lnTo>
                  <a:pt x="26291" y="9326"/>
                </a:lnTo>
                <a:lnTo>
                  <a:pt x="26987" y="9093"/>
                </a:lnTo>
                <a:lnTo>
                  <a:pt x="27683" y="8892"/>
                </a:lnTo>
                <a:lnTo>
                  <a:pt x="28382" y="8721"/>
                </a:lnTo>
                <a:lnTo>
                  <a:pt x="29082" y="8582"/>
                </a:lnTo>
                <a:lnTo>
                  <a:pt x="29783" y="8473"/>
                </a:lnTo>
                <a:lnTo>
                  <a:pt x="30486" y="8395"/>
                </a:lnTo>
                <a:lnTo>
                  <a:pt x="31191" y="8349"/>
                </a:lnTo>
                <a:lnTo>
                  <a:pt x="31897" y="8333"/>
                </a:lnTo>
                <a:lnTo>
                  <a:pt x="32603" y="8349"/>
                </a:lnTo>
                <a:lnTo>
                  <a:pt x="33307" y="8395"/>
                </a:lnTo>
                <a:lnTo>
                  <a:pt x="34010" y="8473"/>
                </a:lnTo>
                <a:lnTo>
                  <a:pt x="34712" y="8582"/>
                </a:lnTo>
                <a:lnTo>
                  <a:pt x="35412" y="8721"/>
                </a:lnTo>
                <a:lnTo>
                  <a:pt x="36110" y="8892"/>
                </a:lnTo>
                <a:lnTo>
                  <a:pt x="36807" y="9093"/>
                </a:lnTo>
                <a:lnTo>
                  <a:pt x="37502" y="9326"/>
                </a:lnTo>
                <a:lnTo>
                  <a:pt x="46828" y="0"/>
                </a:lnTo>
                <a:lnTo>
                  <a:pt x="50797" y="3968"/>
                </a:lnTo>
                <a:lnTo>
                  <a:pt x="43257" y="11508"/>
                </a:lnTo>
                <a:lnTo>
                  <a:pt x="43941" y="11867"/>
                </a:lnTo>
                <a:lnTo>
                  <a:pt x="44605" y="12249"/>
                </a:lnTo>
                <a:lnTo>
                  <a:pt x="45249" y="12655"/>
                </a:lnTo>
                <a:lnTo>
                  <a:pt x="45873" y="13083"/>
                </a:lnTo>
                <a:lnTo>
                  <a:pt x="46477" y="13535"/>
                </a:lnTo>
                <a:lnTo>
                  <a:pt x="47061" y="14010"/>
                </a:lnTo>
                <a:lnTo>
                  <a:pt x="47624" y="14509"/>
                </a:lnTo>
                <a:lnTo>
                  <a:pt x="48168" y="15030"/>
                </a:lnTo>
                <a:lnTo>
                  <a:pt x="48692" y="15572"/>
                </a:lnTo>
                <a:lnTo>
                  <a:pt x="49200" y="16131"/>
                </a:lnTo>
                <a:lnTo>
                  <a:pt x="49691" y="16707"/>
                </a:lnTo>
                <a:lnTo>
                  <a:pt x="50164" y="17300"/>
                </a:lnTo>
                <a:lnTo>
                  <a:pt x="50621" y="17910"/>
                </a:lnTo>
                <a:lnTo>
                  <a:pt x="51060" y="18537"/>
                </a:lnTo>
                <a:lnTo>
                  <a:pt x="51483" y="19181"/>
                </a:lnTo>
                <a:lnTo>
                  <a:pt x="51888" y="19842"/>
                </a:lnTo>
                <a:lnTo>
                  <a:pt x="63496" y="19842"/>
                </a:lnTo>
                <a:lnTo>
                  <a:pt x="63496" y="25795"/>
                </a:lnTo>
                <a:lnTo>
                  <a:pt x="54170" y="25795"/>
                </a:lnTo>
                <a:lnTo>
                  <a:pt x="54378" y="26490"/>
                </a:lnTo>
                <a:lnTo>
                  <a:pt x="54557" y="27187"/>
                </a:lnTo>
                <a:lnTo>
                  <a:pt x="54707" y="27885"/>
                </a:lnTo>
                <a:lnTo>
                  <a:pt x="54827" y="28585"/>
                </a:lnTo>
                <a:lnTo>
                  <a:pt x="54918" y="29287"/>
                </a:lnTo>
                <a:lnTo>
                  <a:pt x="54979" y="29990"/>
                </a:lnTo>
                <a:lnTo>
                  <a:pt x="55011" y="30694"/>
                </a:lnTo>
                <a:lnTo>
                  <a:pt x="55013" y="31400"/>
                </a:lnTo>
                <a:lnTo>
                  <a:pt x="55002" y="32108"/>
                </a:lnTo>
                <a:lnTo>
                  <a:pt x="54992" y="32817"/>
                </a:lnTo>
                <a:lnTo>
                  <a:pt x="54983" y="33528"/>
                </a:lnTo>
                <a:lnTo>
                  <a:pt x="54976" y="34240"/>
                </a:lnTo>
                <a:lnTo>
                  <a:pt x="54971" y="34954"/>
                </a:lnTo>
                <a:lnTo>
                  <a:pt x="54967" y="35670"/>
                </a:lnTo>
                <a:lnTo>
                  <a:pt x="54964" y="36386"/>
                </a:lnTo>
                <a:lnTo>
                  <a:pt x="54964" y="37105"/>
                </a:lnTo>
                <a:lnTo>
                  <a:pt x="63496" y="37105"/>
                </a:lnTo>
                <a:lnTo>
                  <a:pt x="63496" y="43058"/>
                </a:lnTo>
                <a:lnTo>
                  <a:pt x="54964" y="43058"/>
                </a:lnTo>
                <a:lnTo>
                  <a:pt x="54964" y="43727"/>
                </a:lnTo>
                <a:lnTo>
                  <a:pt x="54967" y="44394"/>
                </a:lnTo>
                <a:lnTo>
                  <a:pt x="54971" y="45060"/>
                </a:lnTo>
                <a:lnTo>
                  <a:pt x="54976" y="45724"/>
                </a:lnTo>
                <a:lnTo>
                  <a:pt x="54983" y="46387"/>
                </a:lnTo>
                <a:lnTo>
                  <a:pt x="54992" y="47048"/>
                </a:lnTo>
                <a:lnTo>
                  <a:pt x="55002" y="47708"/>
                </a:lnTo>
                <a:lnTo>
                  <a:pt x="55013" y="48366"/>
                </a:lnTo>
                <a:lnTo>
                  <a:pt x="55014" y="49022"/>
                </a:lnTo>
                <a:lnTo>
                  <a:pt x="54992" y="49677"/>
                </a:lnTo>
                <a:lnTo>
                  <a:pt x="54946" y="50330"/>
                </a:lnTo>
                <a:lnTo>
                  <a:pt x="54877" y="50982"/>
                </a:lnTo>
                <a:lnTo>
                  <a:pt x="54785" y="51633"/>
                </a:lnTo>
                <a:lnTo>
                  <a:pt x="54669" y="52281"/>
                </a:lnTo>
                <a:lnTo>
                  <a:pt x="54530" y="52929"/>
                </a:lnTo>
                <a:lnTo>
                  <a:pt x="54368" y="53574"/>
                </a:lnTo>
                <a:lnTo>
                  <a:pt x="63496" y="53574"/>
                </a:lnTo>
                <a:lnTo>
                  <a:pt x="63496" y="59527"/>
                </a:lnTo>
                <a:lnTo>
                  <a:pt x="52086" y="59527"/>
                </a:lnTo>
                <a:lnTo>
                  <a:pt x="51394" y="60946"/>
                </a:lnTo>
                <a:lnTo>
                  <a:pt x="50608" y="62277"/>
                </a:lnTo>
                <a:lnTo>
                  <a:pt x="49726" y="63519"/>
                </a:lnTo>
                <a:lnTo>
                  <a:pt x="48750" y="64674"/>
                </a:lnTo>
                <a:lnTo>
                  <a:pt x="47680" y="65739"/>
                </a:lnTo>
                <a:lnTo>
                  <a:pt x="46515" y="66717"/>
                </a:lnTo>
                <a:lnTo>
                  <a:pt x="45256" y="67606"/>
                </a:lnTo>
                <a:lnTo>
                  <a:pt x="43901" y="68406"/>
                </a:lnTo>
                <a:lnTo>
                  <a:pt x="42485" y="69116"/>
                </a:lnTo>
                <a:lnTo>
                  <a:pt x="41040" y="69730"/>
                </a:lnTo>
                <a:lnTo>
                  <a:pt x="39565" y="70250"/>
                </a:lnTo>
                <a:lnTo>
                  <a:pt x="38060" y="70676"/>
                </a:lnTo>
                <a:lnTo>
                  <a:pt x="36526" y="71007"/>
                </a:lnTo>
                <a:lnTo>
                  <a:pt x="34963" y="71243"/>
                </a:lnTo>
                <a:lnTo>
                  <a:pt x="33370" y="71385"/>
                </a:lnTo>
                <a:lnTo>
                  <a:pt x="31748" y="71432"/>
                </a:lnTo>
                <a:lnTo>
                  <a:pt x="31748" y="71432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reeform 204"/>
          <p:cNvSpPr/>
          <p:nvPr/>
        </p:nvSpPr>
        <p:spPr>
          <a:xfrm>
            <a:off x="283524" y="4193925"/>
            <a:ext cx="15874" cy="5953"/>
          </a:xfrm>
          <a:custGeom>
            <a:avLst/>
            <a:gdLst/>
            <a:ahLst/>
            <a:cxnLst/>
            <a:rect l="l" t="t" r="r" b="b"/>
            <a:pathLst>
              <a:path w="15874" h="5953">
                <a:moveTo>
                  <a:pt x="0" y="5953"/>
                </a:moveTo>
                <a:lnTo>
                  <a:pt x="15874" y="5953"/>
                </a:lnTo>
                <a:lnTo>
                  <a:pt x="15874" y="0"/>
                </a:lnTo>
                <a:lnTo>
                  <a:pt x="0" y="0"/>
                </a:lnTo>
                <a:lnTo>
                  <a:pt x="0" y="5953"/>
                </a:lnTo>
                <a:lnTo>
                  <a:pt x="0" y="5953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283524" y="4176762"/>
            <a:ext cx="15874" cy="5952"/>
          </a:xfrm>
          <a:custGeom>
            <a:avLst/>
            <a:gdLst/>
            <a:ahLst/>
            <a:cxnLst/>
            <a:rect l="l" t="t" r="r" b="b"/>
            <a:pathLst>
              <a:path w="15874" h="5952">
                <a:moveTo>
                  <a:pt x="0" y="5952"/>
                </a:moveTo>
                <a:lnTo>
                  <a:pt x="15874" y="5952"/>
                </a:lnTo>
                <a:lnTo>
                  <a:pt x="15874" y="0"/>
                </a:lnTo>
                <a:lnTo>
                  <a:pt x="0" y="0"/>
                </a:lnTo>
                <a:lnTo>
                  <a:pt x="0" y="5952"/>
                </a:lnTo>
                <a:lnTo>
                  <a:pt x="0" y="5952"/>
                </a:lnTo>
                <a:close/>
              </a:path>
            </a:pathLst>
          </a:custGeom>
          <a:solidFill>
            <a:srgbClr val="4F8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380999" y="4110722"/>
            <a:ext cx="539189" cy="170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0" b="1">
                <a:solidFill>
                  <a:srgbClr val="26343B"/>
                </a:solidFill>
                <a:latin typeface="Arial"/>
              </a:rPr>
              <a:t>103,089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253999" y="4273409"/>
            <a:ext cx="466749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Research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253999" y="4373738"/>
            <a:ext cx="564386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literature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897887" y="4063986"/>
            <a:ext cx="642618" cy="4317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Freeform 210"/>
          <p:cNvSpPr/>
          <p:nvPr/>
        </p:nvSpPr>
        <p:spPr>
          <a:xfrm>
            <a:off x="975832" y="4156021"/>
            <a:ext cx="67180" cy="67668"/>
          </a:xfrm>
          <a:custGeom>
            <a:avLst/>
            <a:gdLst/>
            <a:ahLst/>
            <a:cxnLst/>
            <a:rect l="l" t="t" r="r" b="b"/>
            <a:pathLst>
              <a:path w="67180" h="67668">
                <a:moveTo>
                  <a:pt x="32145" y="67668"/>
                </a:moveTo>
                <a:lnTo>
                  <a:pt x="31112" y="67655"/>
                </a:lnTo>
                <a:lnTo>
                  <a:pt x="30096" y="67618"/>
                </a:lnTo>
                <a:lnTo>
                  <a:pt x="29096" y="67556"/>
                </a:lnTo>
                <a:lnTo>
                  <a:pt x="28114" y="67469"/>
                </a:lnTo>
                <a:lnTo>
                  <a:pt x="27149" y="67358"/>
                </a:lnTo>
                <a:lnTo>
                  <a:pt x="26202" y="67221"/>
                </a:lnTo>
                <a:lnTo>
                  <a:pt x="25271" y="67060"/>
                </a:lnTo>
                <a:lnTo>
                  <a:pt x="24357" y="66874"/>
                </a:lnTo>
                <a:lnTo>
                  <a:pt x="23460" y="66663"/>
                </a:lnTo>
                <a:lnTo>
                  <a:pt x="22580" y="66428"/>
                </a:lnTo>
                <a:lnTo>
                  <a:pt x="21718" y="66167"/>
                </a:lnTo>
                <a:lnTo>
                  <a:pt x="20872" y="65882"/>
                </a:lnTo>
                <a:lnTo>
                  <a:pt x="20043" y="65572"/>
                </a:lnTo>
                <a:lnTo>
                  <a:pt x="19232" y="65237"/>
                </a:lnTo>
                <a:lnTo>
                  <a:pt x="18437" y="64878"/>
                </a:lnTo>
                <a:lnTo>
                  <a:pt x="17660" y="64493"/>
                </a:lnTo>
                <a:lnTo>
                  <a:pt x="18490" y="61553"/>
                </a:lnTo>
                <a:lnTo>
                  <a:pt x="19393" y="58636"/>
                </a:lnTo>
                <a:lnTo>
                  <a:pt x="20369" y="55743"/>
                </a:lnTo>
                <a:lnTo>
                  <a:pt x="21418" y="52873"/>
                </a:lnTo>
                <a:lnTo>
                  <a:pt x="22539" y="50026"/>
                </a:lnTo>
                <a:lnTo>
                  <a:pt x="23734" y="47202"/>
                </a:lnTo>
                <a:lnTo>
                  <a:pt x="25001" y="44402"/>
                </a:lnTo>
                <a:lnTo>
                  <a:pt x="26341" y="41625"/>
                </a:lnTo>
                <a:lnTo>
                  <a:pt x="27777" y="38916"/>
                </a:lnTo>
                <a:lnTo>
                  <a:pt x="29333" y="36320"/>
                </a:lnTo>
                <a:lnTo>
                  <a:pt x="31008" y="33837"/>
                </a:lnTo>
                <a:lnTo>
                  <a:pt x="32802" y="31468"/>
                </a:lnTo>
                <a:lnTo>
                  <a:pt x="34716" y="29212"/>
                </a:lnTo>
                <a:lnTo>
                  <a:pt x="36749" y="27068"/>
                </a:lnTo>
                <a:lnTo>
                  <a:pt x="38901" y="25038"/>
                </a:lnTo>
                <a:lnTo>
                  <a:pt x="41173" y="23122"/>
                </a:lnTo>
                <a:lnTo>
                  <a:pt x="38441" y="24526"/>
                </a:lnTo>
                <a:lnTo>
                  <a:pt x="35800" y="26061"/>
                </a:lnTo>
                <a:lnTo>
                  <a:pt x="33251" y="27726"/>
                </a:lnTo>
                <a:lnTo>
                  <a:pt x="30793" y="29521"/>
                </a:lnTo>
                <a:lnTo>
                  <a:pt x="28427" y="31446"/>
                </a:lnTo>
                <a:lnTo>
                  <a:pt x="26152" y="33502"/>
                </a:lnTo>
                <a:lnTo>
                  <a:pt x="23968" y="35687"/>
                </a:lnTo>
                <a:lnTo>
                  <a:pt x="21876" y="38003"/>
                </a:lnTo>
                <a:lnTo>
                  <a:pt x="19912" y="40425"/>
                </a:lnTo>
                <a:lnTo>
                  <a:pt x="18110" y="42927"/>
                </a:lnTo>
                <a:lnTo>
                  <a:pt x="16470" y="45509"/>
                </a:lnTo>
                <a:lnTo>
                  <a:pt x="14994" y="48173"/>
                </a:lnTo>
                <a:lnTo>
                  <a:pt x="13680" y="50917"/>
                </a:lnTo>
                <a:lnTo>
                  <a:pt x="12529" y="53741"/>
                </a:lnTo>
                <a:lnTo>
                  <a:pt x="11541" y="56646"/>
                </a:lnTo>
                <a:lnTo>
                  <a:pt x="10715" y="59632"/>
                </a:lnTo>
                <a:lnTo>
                  <a:pt x="10617" y="59534"/>
                </a:lnTo>
                <a:lnTo>
                  <a:pt x="10520" y="59439"/>
                </a:lnTo>
                <a:lnTo>
                  <a:pt x="10424" y="59348"/>
                </a:lnTo>
                <a:lnTo>
                  <a:pt x="10331" y="59260"/>
                </a:lnTo>
                <a:lnTo>
                  <a:pt x="10238" y="59174"/>
                </a:lnTo>
                <a:lnTo>
                  <a:pt x="10148" y="59092"/>
                </a:lnTo>
                <a:lnTo>
                  <a:pt x="10059" y="59013"/>
                </a:lnTo>
                <a:lnTo>
                  <a:pt x="9971" y="58937"/>
                </a:lnTo>
                <a:lnTo>
                  <a:pt x="9883" y="58861"/>
                </a:lnTo>
                <a:lnTo>
                  <a:pt x="9794" y="58782"/>
                </a:lnTo>
                <a:lnTo>
                  <a:pt x="9704" y="58700"/>
                </a:lnTo>
                <a:lnTo>
                  <a:pt x="9611" y="58615"/>
                </a:lnTo>
                <a:lnTo>
                  <a:pt x="9518" y="58526"/>
                </a:lnTo>
                <a:lnTo>
                  <a:pt x="9422" y="58435"/>
                </a:lnTo>
                <a:lnTo>
                  <a:pt x="9325" y="58340"/>
                </a:lnTo>
                <a:lnTo>
                  <a:pt x="9227" y="58243"/>
                </a:lnTo>
                <a:lnTo>
                  <a:pt x="8143" y="57106"/>
                </a:lnTo>
                <a:lnTo>
                  <a:pt x="7125" y="55930"/>
                </a:lnTo>
                <a:lnTo>
                  <a:pt x="6172" y="54713"/>
                </a:lnTo>
                <a:lnTo>
                  <a:pt x="5283" y="53456"/>
                </a:lnTo>
                <a:lnTo>
                  <a:pt x="4460" y="52158"/>
                </a:lnTo>
                <a:lnTo>
                  <a:pt x="3702" y="50820"/>
                </a:lnTo>
                <a:lnTo>
                  <a:pt x="3009" y="49442"/>
                </a:lnTo>
                <a:lnTo>
                  <a:pt x="2381" y="48024"/>
                </a:lnTo>
                <a:lnTo>
                  <a:pt x="1823" y="46576"/>
                </a:lnTo>
                <a:lnTo>
                  <a:pt x="1340" y="45110"/>
                </a:lnTo>
                <a:lnTo>
                  <a:pt x="930" y="43624"/>
                </a:lnTo>
                <a:lnTo>
                  <a:pt x="595" y="42121"/>
                </a:lnTo>
                <a:lnTo>
                  <a:pt x="335" y="40598"/>
                </a:lnTo>
                <a:lnTo>
                  <a:pt x="149" y="39058"/>
                </a:lnTo>
                <a:lnTo>
                  <a:pt x="37" y="37498"/>
                </a:lnTo>
                <a:lnTo>
                  <a:pt x="0" y="35920"/>
                </a:lnTo>
                <a:lnTo>
                  <a:pt x="41" y="34216"/>
                </a:lnTo>
                <a:lnTo>
                  <a:pt x="161" y="32528"/>
                </a:lnTo>
                <a:lnTo>
                  <a:pt x="363" y="30856"/>
                </a:lnTo>
                <a:lnTo>
                  <a:pt x="645" y="29198"/>
                </a:lnTo>
                <a:lnTo>
                  <a:pt x="1008" y="27557"/>
                </a:lnTo>
                <a:lnTo>
                  <a:pt x="1451" y="25931"/>
                </a:lnTo>
                <a:lnTo>
                  <a:pt x="1975" y="24320"/>
                </a:lnTo>
                <a:lnTo>
                  <a:pt x="2580" y="22725"/>
                </a:lnTo>
                <a:lnTo>
                  <a:pt x="3260" y="21161"/>
                </a:lnTo>
                <a:lnTo>
                  <a:pt x="4012" y="19643"/>
                </a:lnTo>
                <a:lnTo>
                  <a:pt x="4835" y="18172"/>
                </a:lnTo>
                <a:lnTo>
                  <a:pt x="5730" y="16747"/>
                </a:lnTo>
                <a:lnTo>
                  <a:pt x="6695" y="15369"/>
                </a:lnTo>
                <a:lnTo>
                  <a:pt x="7733" y="14038"/>
                </a:lnTo>
                <a:lnTo>
                  <a:pt x="8841" y="12752"/>
                </a:lnTo>
                <a:lnTo>
                  <a:pt x="10021" y="11514"/>
                </a:lnTo>
                <a:lnTo>
                  <a:pt x="12002" y="9640"/>
                </a:lnTo>
                <a:lnTo>
                  <a:pt x="14126" y="7939"/>
                </a:lnTo>
                <a:lnTo>
                  <a:pt x="16392" y="6410"/>
                </a:lnTo>
                <a:lnTo>
                  <a:pt x="18801" y="5053"/>
                </a:lnTo>
                <a:lnTo>
                  <a:pt x="21353" y="3868"/>
                </a:lnTo>
                <a:lnTo>
                  <a:pt x="24047" y="2854"/>
                </a:lnTo>
                <a:lnTo>
                  <a:pt x="26884" y="2013"/>
                </a:lnTo>
                <a:lnTo>
                  <a:pt x="29863" y="1345"/>
                </a:lnTo>
                <a:lnTo>
                  <a:pt x="33103" y="824"/>
                </a:lnTo>
                <a:lnTo>
                  <a:pt x="36721" y="430"/>
                </a:lnTo>
                <a:lnTo>
                  <a:pt x="40717" y="161"/>
                </a:lnTo>
                <a:lnTo>
                  <a:pt x="45092" y="18"/>
                </a:lnTo>
                <a:lnTo>
                  <a:pt x="49845" y="0"/>
                </a:lnTo>
                <a:lnTo>
                  <a:pt x="54976" y="108"/>
                </a:lnTo>
                <a:lnTo>
                  <a:pt x="60485" y="341"/>
                </a:lnTo>
                <a:lnTo>
                  <a:pt x="66373" y="700"/>
                </a:lnTo>
                <a:lnTo>
                  <a:pt x="66777" y="6431"/>
                </a:lnTo>
                <a:lnTo>
                  <a:pt x="67046" y="11818"/>
                </a:lnTo>
                <a:lnTo>
                  <a:pt x="67180" y="16860"/>
                </a:lnTo>
                <a:lnTo>
                  <a:pt x="67179" y="21559"/>
                </a:lnTo>
                <a:lnTo>
                  <a:pt x="67044" y="25914"/>
                </a:lnTo>
                <a:lnTo>
                  <a:pt x="66773" y="29924"/>
                </a:lnTo>
                <a:lnTo>
                  <a:pt x="66368" y="33590"/>
                </a:lnTo>
                <a:lnTo>
                  <a:pt x="65827" y="36912"/>
                </a:lnTo>
                <a:lnTo>
                  <a:pt x="65134" y="39989"/>
                </a:lnTo>
                <a:lnTo>
                  <a:pt x="64268" y="42921"/>
                </a:lnTo>
                <a:lnTo>
                  <a:pt x="63230" y="45706"/>
                </a:lnTo>
                <a:lnTo>
                  <a:pt x="62020" y="48346"/>
                </a:lnTo>
                <a:lnTo>
                  <a:pt x="60638" y="50841"/>
                </a:lnTo>
                <a:lnTo>
                  <a:pt x="59084" y="53189"/>
                </a:lnTo>
                <a:lnTo>
                  <a:pt x="57358" y="55392"/>
                </a:lnTo>
                <a:lnTo>
                  <a:pt x="55460" y="57449"/>
                </a:lnTo>
                <a:lnTo>
                  <a:pt x="54249" y="58653"/>
                </a:lnTo>
                <a:lnTo>
                  <a:pt x="52998" y="59784"/>
                </a:lnTo>
                <a:lnTo>
                  <a:pt x="51707" y="60842"/>
                </a:lnTo>
                <a:lnTo>
                  <a:pt x="50375" y="61827"/>
                </a:lnTo>
                <a:lnTo>
                  <a:pt x="49003" y="62739"/>
                </a:lnTo>
                <a:lnTo>
                  <a:pt x="47591" y="63578"/>
                </a:lnTo>
                <a:lnTo>
                  <a:pt x="46138" y="64345"/>
                </a:lnTo>
                <a:lnTo>
                  <a:pt x="44646" y="65039"/>
                </a:lnTo>
                <a:lnTo>
                  <a:pt x="43126" y="65655"/>
                </a:lnTo>
                <a:lnTo>
                  <a:pt x="41595" y="66189"/>
                </a:lnTo>
                <a:lnTo>
                  <a:pt x="40051" y="66641"/>
                </a:lnTo>
                <a:lnTo>
                  <a:pt x="38494" y="67011"/>
                </a:lnTo>
                <a:lnTo>
                  <a:pt x="36926" y="67298"/>
                </a:lnTo>
                <a:lnTo>
                  <a:pt x="35345" y="67504"/>
                </a:lnTo>
                <a:lnTo>
                  <a:pt x="33751" y="67627"/>
                </a:lnTo>
                <a:lnTo>
                  <a:pt x="32145" y="67668"/>
                </a:lnTo>
                <a:lnTo>
                  <a:pt x="32145" y="67668"/>
                </a:lnTo>
                <a:close/>
              </a:path>
            </a:pathLst>
          </a:custGeom>
          <a:solidFill>
            <a:srgbClr val="BE9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101086" y="4110722"/>
            <a:ext cx="473048" cy="170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0" b="1">
                <a:solidFill>
                  <a:srgbClr val="26343B"/>
                </a:solidFill>
                <a:latin typeface="Arial"/>
              </a:rPr>
              <a:t>10,018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74087" y="4273409"/>
            <a:ext cx="417930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Variety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974087" y="4373738"/>
            <a:ext cx="417930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records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1616705" y="4063986"/>
            <a:ext cx="642618" cy="4317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Freeform 215"/>
          <p:cNvSpPr/>
          <p:nvPr/>
        </p:nvSpPr>
        <p:spPr>
          <a:xfrm>
            <a:off x="1731140" y="4176067"/>
            <a:ext cx="44546" cy="47622"/>
          </a:xfrm>
          <a:custGeom>
            <a:avLst/>
            <a:gdLst/>
            <a:ahLst/>
            <a:cxnLst/>
            <a:rect l="l" t="t" r="r" b="b"/>
            <a:pathLst>
              <a:path w="44546" h="47622">
                <a:moveTo>
                  <a:pt x="0" y="47622"/>
                </a:moveTo>
                <a:lnTo>
                  <a:pt x="18354" y="0"/>
                </a:lnTo>
                <a:lnTo>
                  <a:pt x="26192" y="0"/>
                </a:lnTo>
                <a:lnTo>
                  <a:pt x="44546" y="47622"/>
                </a:lnTo>
                <a:lnTo>
                  <a:pt x="38098" y="47622"/>
                </a:lnTo>
                <a:lnTo>
                  <a:pt x="33633" y="36014"/>
                </a:lnTo>
                <a:lnTo>
                  <a:pt x="10814" y="36014"/>
                </a:lnTo>
                <a:lnTo>
                  <a:pt x="6350" y="47622"/>
                </a:lnTo>
                <a:lnTo>
                  <a:pt x="0" y="47622"/>
                </a:lnTo>
                <a:lnTo>
                  <a:pt x="0" y="47622"/>
                </a:lnTo>
                <a:close/>
              </a:path>
            </a:pathLst>
          </a:cu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Freeform 216"/>
          <p:cNvSpPr/>
          <p:nvPr/>
        </p:nvSpPr>
        <p:spPr>
          <a:xfrm>
            <a:off x="1687983" y="4144319"/>
            <a:ext cx="63496" cy="67365"/>
          </a:xfrm>
          <a:custGeom>
            <a:avLst/>
            <a:gdLst/>
            <a:ahLst/>
            <a:cxnLst/>
            <a:rect l="l" t="t" r="r" b="b"/>
            <a:pathLst>
              <a:path w="63496" h="67365">
                <a:moveTo>
                  <a:pt x="12104" y="67365"/>
                </a:moveTo>
                <a:lnTo>
                  <a:pt x="7937" y="63198"/>
                </a:lnTo>
                <a:lnTo>
                  <a:pt x="27878" y="43257"/>
                </a:lnTo>
                <a:lnTo>
                  <a:pt x="26639" y="41940"/>
                </a:lnTo>
                <a:lnTo>
                  <a:pt x="25451" y="40618"/>
                </a:lnTo>
                <a:lnTo>
                  <a:pt x="24314" y="39292"/>
                </a:lnTo>
                <a:lnTo>
                  <a:pt x="23228" y="37961"/>
                </a:lnTo>
                <a:lnTo>
                  <a:pt x="22193" y="36626"/>
                </a:lnTo>
                <a:lnTo>
                  <a:pt x="21210" y="35286"/>
                </a:lnTo>
                <a:lnTo>
                  <a:pt x="20277" y="33941"/>
                </a:lnTo>
                <a:lnTo>
                  <a:pt x="19396" y="32591"/>
                </a:lnTo>
                <a:lnTo>
                  <a:pt x="18566" y="31240"/>
                </a:lnTo>
                <a:lnTo>
                  <a:pt x="17787" y="29891"/>
                </a:lnTo>
                <a:lnTo>
                  <a:pt x="17059" y="28543"/>
                </a:lnTo>
                <a:lnTo>
                  <a:pt x="16382" y="27197"/>
                </a:lnTo>
                <a:lnTo>
                  <a:pt x="15757" y="25852"/>
                </a:lnTo>
                <a:lnTo>
                  <a:pt x="15182" y="24509"/>
                </a:lnTo>
                <a:lnTo>
                  <a:pt x="14659" y="23167"/>
                </a:lnTo>
                <a:lnTo>
                  <a:pt x="14187" y="21827"/>
                </a:lnTo>
                <a:lnTo>
                  <a:pt x="20636" y="21827"/>
                </a:lnTo>
                <a:lnTo>
                  <a:pt x="21051" y="22892"/>
                </a:lnTo>
                <a:lnTo>
                  <a:pt x="21501" y="23954"/>
                </a:lnTo>
                <a:lnTo>
                  <a:pt x="21987" y="25012"/>
                </a:lnTo>
                <a:lnTo>
                  <a:pt x="22509" y="26068"/>
                </a:lnTo>
                <a:lnTo>
                  <a:pt x="23066" y="27121"/>
                </a:lnTo>
                <a:lnTo>
                  <a:pt x="23659" y="28170"/>
                </a:lnTo>
                <a:lnTo>
                  <a:pt x="24287" y="29217"/>
                </a:lnTo>
                <a:lnTo>
                  <a:pt x="24952" y="30260"/>
                </a:lnTo>
                <a:lnTo>
                  <a:pt x="25661" y="31308"/>
                </a:lnTo>
                <a:lnTo>
                  <a:pt x="26424" y="32368"/>
                </a:lnTo>
                <a:lnTo>
                  <a:pt x="27242" y="33441"/>
                </a:lnTo>
                <a:lnTo>
                  <a:pt x="28114" y="34526"/>
                </a:lnTo>
                <a:lnTo>
                  <a:pt x="29040" y="35624"/>
                </a:lnTo>
                <a:lnTo>
                  <a:pt x="30021" y="36733"/>
                </a:lnTo>
                <a:lnTo>
                  <a:pt x="31056" y="37856"/>
                </a:lnTo>
                <a:lnTo>
                  <a:pt x="32145" y="38991"/>
                </a:lnTo>
                <a:lnTo>
                  <a:pt x="33275" y="37767"/>
                </a:lnTo>
                <a:lnTo>
                  <a:pt x="34383" y="36476"/>
                </a:lnTo>
                <a:lnTo>
                  <a:pt x="35470" y="35119"/>
                </a:lnTo>
                <a:lnTo>
                  <a:pt x="36535" y="33695"/>
                </a:lnTo>
                <a:lnTo>
                  <a:pt x="37578" y="32205"/>
                </a:lnTo>
                <a:lnTo>
                  <a:pt x="38600" y="30647"/>
                </a:lnTo>
                <a:lnTo>
                  <a:pt x="39599" y="29024"/>
                </a:lnTo>
                <a:lnTo>
                  <a:pt x="40578" y="27333"/>
                </a:lnTo>
                <a:lnTo>
                  <a:pt x="41511" y="25615"/>
                </a:lnTo>
                <a:lnTo>
                  <a:pt x="42376" y="23907"/>
                </a:lnTo>
                <a:lnTo>
                  <a:pt x="43173" y="22211"/>
                </a:lnTo>
                <a:lnTo>
                  <a:pt x="43901" y="20525"/>
                </a:lnTo>
                <a:lnTo>
                  <a:pt x="44562" y="18850"/>
                </a:lnTo>
                <a:lnTo>
                  <a:pt x="45154" y="17186"/>
                </a:lnTo>
                <a:lnTo>
                  <a:pt x="45678" y="15532"/>
                </a:lnTo>
                <a:lnTo>
                  <a:pt x="46133" y="13890"/>
                </a:lnTo>
                <a:lnTo>
                  <a:pt x="0" y="13890"/>
                </a:lnTo>
                <a:lnTo>
                  <a:pt x="0" y="7937"/>
                </a:lnTo>
                <a:lnTo>
                  <a:pt x="28771" y="7937"/>
                </a:lnTo>
                <a:lnTo>
                  <a:pt x="28771" y="0"/>
                </a:lnTo>
                <a:lnTo>
                  <a:pt x="34724" y="0"/>
                </a:lnTo>
                <a:lnTo>
                  <a:pt x="34724" y="7937"/>
                </a:lnTo>
                <a:lnTo>
                  <a:pt x="63496" y="7937"/>
                </a:lnTo>
                <a:lnTo>
                  <a:pt x="63496" y="13890"/>
                </a:lnTo>
                <a:lnTo>
                  <a:pt x="52285" y="13890"/>
                </a:lnTo>
                <a:lnTo>
                  <a:pt x="51820" y="15830"/>
                </a:lnTo>
                <a:lnTo>
                  <a:pt x="51271" y="17781"/>
                </a:lnTo>
                <a:lnTo>
                  <a:pt x="50636" y="19743"/>
                </a:lnTo>
                <a:lnTo>
                  <a:pt x="49916" y="21715"/>
                </a:lnTo>
                <a:lnTo>
                  <a:pt x="49111" y="23699"/>
                </a:lnTo>
                <a:lnTo>
                  <a:pt x="48220" y="25693"/>
                </a:lnTo>
                <a:lnTo>
                  <a:pt x="47244" y="27698"/>
                </a:lnTo>
                <a:lnTo>
                  <a:pt x="46183" y="29714"/>
                </a:lnTo>
                <a:lnTo>
                  <a:pt x="45063" y="31696"/>
                </a:lnTo>
                <a:lnTo>
                  <a:pt x="43910" y="33599"/>
                </a:lnTo>
                <a:lnTo>
                  <a:pt x="42725" y="35423"/>
                </a:lnTo>
                <a:lnTo>
                  <a:pt x="41508" y="37168"/>
                </a:lnTo>
                <a:lnTo>
                  <a:pt x="40257" y="38833"/>
                </a:lnTo>
                <a:lnTo>
                  <a:pt x="38975" y="40420"/>
                </a:lnTo>
                <a:lnTo>
                  <a:pt x="37659" y="41927"/>
                </a:lnTo>
                <a:lnTo>
                  <a:pt x="36311" y="43356"/>
                </a:lnTo>
                <a:lnTo>
                  <a:pt x="46431" y="53674"/>
                </a:lnTo>
                <a:lnTo>
                  <a:pt x="44050" y="59924"/>
                </a:lnTo>
                <a:lnTo>
                  <a:pt x="32045" y="47523"/>
                </a:lnTo>
                <a:lnTo>
                  <a:pt x="12104" y="67365"/>
                </a:lnTo>
                <a:lnTo>
                  <a:pt x="12104" y="67365"/>
                </a:lnTo>
                <a:close/>
              </a:path>
            </a:pathLst>
          </a:cu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1744038" y="4182020"/>
            <a:ext cx="18652" cy="24604"/>
          </a:xfrm>
          <a:custGeom>
            <a:avLst/>
            <a:gdLst/>
            <a:ahLst/>
            <a:cxnLst/>
            <a:rect l="l" t="t" r="r" b="b"/>
            <a:pathLst>
              <a:path w="18652" h="24604">
                <a:moveTo>
                  <a:pt x="0" y="24604"/>
                </a:moveTo>
                <a:lnTo>
                  <a:pt x="18652" y="24604"/>
                </a:lnTo>
                <a:lnTo>
                  <a:pt x="9326" y="0"/>
                </a:lnTo>
                <a:lnTo>
                  <a:pt x="0" y="24604"/>
                </a:lnTo>
                <a:lnTo>
                  <a:pt x="0" y="24604"/>
                </a:lnTo>
                <a:close/>
              </a:path>
            </a:pathLst>
          </a:custGeom>
          <a:solidFill>
            <a:srgbClr val="C87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1819904" y="4110722"/>
            <a:ext cx="473048" cy="170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0" b="1">
                <a:solidFill>
                  <a:srgbClr val="26343B"/>
                </a:solidFill>
                <a:latin typeface="Arial"/>
              </a:rPr>
              <a:t>13,137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692904" y="4273409"/>
            <a:ext cx="564386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Translated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692904" y="4373738"/>
            <a:ext cx="369112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corpus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2336792" y="4063986"/>
            <a:ext cx="642618" cy="4317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777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Freeform 222"/>
          <p:cNvSpPr/>
          <p:nvPr/>
        </p:nvSpPr>
        <p:spPr>
          <a:xfrm>
            <a:off x="2410769" y="4184202"/>
            <a:ext cx="36014" cy="26192"/>
          </a:xfrm>
          <a:custGeom>
            <a:avLst/>
            <a:gdLst/>
            <a:ahLst/>
            <a:cxnLst/>
            <a:rect l="l" t="t" r="r" b="b"/>
            <a:pathLst>
              <a:path w="36014" h="26192">
                <a:moveTo>
                  <a:pt x="14088" y="26192"/>
                </a:moveTo>
                <a:lnTo>
                  <a:pt x="0" y="12104"/>
                </a:lnTo>
                <a:lnTo>
                  <a:pt x="4167" y="7937"/>
                </a:lnTo>
                <a:lnTo>
                  <a:pt x="14088" y="17759"/>
                </a:lnTo>
                <a:lnTo>
                  <a:pt x="31847" y="0"/>
                </a:lnTo>
                <a:lnTo>
                  <a:pt x="36014" y="4267"/>
                </a:lnTo>
                <a:lnTo>
                  <a:pt x="14088" y="26192"/>
                </a:lnTo>
                <a:lnTo>
                  <a:pt x="14088" y="26192"/>
                </a:lnTo>
                <a:close/>
              </a:path>
            </a:pathLst>
          </a:custGeom>
          <a:solidFill>
            <a:srgbClr val="777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2410769" y="4152455"/>
            <a:ext cx="36014" cy="26192"/>
          </a:xfrm>
          <a:custGeom>
            <a:avLst/>
            <a:gdLst/>
            <a:ahLst/>
            <a:cxnLst/>
            <a:rect l="l" t="t" r="r" b="b"/>
            <a:pathLst>
              <a:path w="36014" h="26192">
                <a:moveTo>
                  <a:pt x="14088" y="26192"/>
                </a:moveTo>
                <a:lnTo>
                  <a:pt x="0" y="12103"/>
                </a:lnTo>
                <a:lnTo>
                  <a:pt x="4167" y="7937"/>
                </a:lnTo>
                <a:lnTo>
                  <a:pt x="14088" y="17759"/>
                </a:lnTo>
                <a:lnTo>
                  <a:pt x="31847" y="0"/>
                </a:lnTo>
                <a:lnTo>
                  <a:pt x="36014" y="4266"/>
                </a:lnTo>
                <a:lnTo>
                  <a:pt x="14088" y="26192"/>
                </a:lnTo>
                <a:lnTo>
                  <a:pt x="14088" y="26192"/>
                </a:lnTo>
                <a:close/>
              </a:path>
            </a:pathLst>
          </a:custGeom>
          <a:solidFill>
            <a:srgbClr val="777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2454422" y="4196902"/>
            <a:ext cx="35717" cy="5952"/>
          </a:xfrm>
          <a:custGeom>
            <a:avLst/>
            <a:gdLst/>
            <a:ahLst/>
            <a:cxnLst/>
            <a:rect l="l" t="t" r="r" b="b"/>
            <a:pathLst>
              <a:path w="35717" h="5952">
                <a:moveTo>
                  <a:pt x="0" y="5952"/>
                </a:moveTo>
                <a:lnTo>
                  <a:pt x="0" y="0"/>
                </a:lnTo>
                <a:lnTo>
                  <a:pt x="35717" y="0"/>
                </a:lnTo>
                <a:lnTo>
                  <a:pt x="35717" y="5952"/>
                </a:lnTo>
                <a:lnTo>
                  <a:pt x="0" y="5952"/>
                </a:lnTo>
                <a:lnTo>
                  <a:pt x="0" y="5952"/>
                </a:lnTo>
                <a:close/>
              </a:path>
            </a:pathLst>
          </a:custGeom>
          <a:solidFill>
            <a:srgbClr val="777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2454422" y="4165154"/>
            <a:ext cx="35717" cy="5952"/>
          </a:xfrm>
          <a:custGeom>
            <a:avLst/>
            <a:gdLst/>
            <a:ahLst/>
            <a:cxnLst/>
            <a:rect l="l" t="t" r="r" b="b"/>
            <a:pathLst>
              <a:path w="35717" h="5952">
                <a:moveTo>
                  <a:pt x="0" y="5952"/>
                </a:moveTo>
                <a:lnTo>
                  <a:pt x="0" y="0"/>
                </a:lnTo>
                <a:lnTo>
                  <a:pt x="35717" y="0"/>
                </a:lnTo>
                <a:lnTo>
                  <a:pt x="35717" y="5952"/>
                </a:lnTo>
                <a:lnTo>
                  <a:pt x="0" y="5952"/>
                </a:lnTo>
                <a:lnTo>
                  <a:pt x="0" y="5952"/>
                </a:lnTo>
                <a:close/>
              </a:path>
            </a:pathLst>
          </a:custGeom>
          <a:solidFill>
            <a:srgbClr val="777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2539991" y="4110722"/>
            <a:ext cx="274624" cy="170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0" b="1">
                <a:solidFill>
                  <a:srgbClr val="26343B"/>
                </a:solidFill>
                <a:latin typeface="Arial"/>
              </a:rPr>
              <a:t>250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2412992" y="4273409"/>
            <a:ext cx="515567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Methods &amp;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2412992" y="4373738"/>
            <a:ext cx="515567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protocols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52399" y="4514708"/>
            <a:ext cx="1540759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no Chinese-dominant chunks; CN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52399" y="4615038"/>
            <a:ext cx="1687215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sources enter as faithful English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3157209" y="3549257"/>
            <a:ext cx="1633672" cy="174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0" b="1">
                <a:solidFill>
                  <a:srgbClr val="26343B"/>
                </a:solidFill>
                <a:latin typeface="Arial"/>
              </a:rPr>
              <a:t>(c) Evaluation overview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3182609" y="3708388"/>
            <a:ext cx="3004810" cy="10921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4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3366199" y="3881904"/>
            <a:ext cx="13890" cy="27779"/>
          </a:xfrm>
          <a:custGeom>
            <a:avLst/>
            <a:gdLst/>
            <a:ahLst/>
            <a:cxnLst/>
            <a:rect l="l" t="t" r="r" b="b"/>
            <a:pathLst>
              <a:path w="13890" h="27779">
                <a:moveTo>
                  <a:pt x="0" y="27779"/>
                </a:moveTo>
                <a:lnTo>
                  <a:pt x="0" y="0"/>
                </a:lnTo>
                <a:lnTo>
                  <a:pt x="13890" y="0"/>
                </a:lnTo>
                <a:lnTo>
                  <a:pt x="13890" y="27779"/>
                </a:lnTo>
                <a:lnTo>
                  <a:pt x="0" y="27779"/>
                </a:lnTo>
                <a:lnTo>
                  <a:pt x="0" y="27779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3341396" y="3846187"/>
            <a:ext cx="13890" cy="63496"/>
          </a:xfrm>
          <a:custGeom>
            <a:avLst/>
            <a:gdLst/>
            <a:ahLst/>
            <a:cxnLst/>
            <a:rect l="l" t="t" r="r" b="b"/>
            <a:pathLst>
              <a:path w="13890" h="63496">
                <a:moveTo>
                  <a:pt x="0" y="63496"/>
                </a:moveTo>
                <a:lnTo>
                  <a:pt x="0" y="0"/>
                </a:lnTo>
                <a:lnTo>
                  <a:pt x="13890" y="0"/>
                </a:lnTo>
                <a:lnTo>
                  <a:pt x="13890" y="63496"/>
                </a:lnTo>
                <a:lnTo>
                  <a:pt x="0" y="63496"/>
                </a:lnTo>
                <a:lnTo>
                  <a:pt x="0" y="63496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3316593" y="3866030"/>
            <a:ext cx="13890" cy="43653"/>
          </a:xfrm>
          <a:custGeom>
            <a:avLst/>
            <a:gdLst/>
            <a:ahLst/>
            <a:cxnLst/>
            <a:rect l="l" t="t" r="r" b="b"/>
            <a:pathLst>
              <a:path w="13890" h="43653">
                <a:moveTo>
                  <a:pt x="0" y="43653"/>
                </a:moveTo>
                <a:lnTo>
                  <a:pt x="0" y="0"/>
                </a:lnTo>
                <a:lnTo>
                  <a:pt x="13890" y="0"/>
                </a:lnTo>
                <a:lnTo>
                  <a:pt x="13890" y="43653"/>
                </a:lnTo>
                <a:lnTo>
                  <a:pt x="0" y="43653"/>
                </a:lnTo>
                <a:lnTo>
                  <a:pt x="0" y="43653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3462008" y="3820909"/>
            <a:ext cx="130768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84-question comparison: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462008" y="3931399"/>
            <a:ext cx="130768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Tracks A–E × two judges</a:t>
            </a:r>
          </a:p>
        </p:txBody>
      </p:sp>
      <p:sp>
        <p:nvSpPr>
          <p:cNvPr id="239" name="Freeform 238"/>
          <p:cNvSpPr/>
          <p:nvPr/>
        </p:nvSpPr>
        <p:spPr>
          <a:xfrm>
            <a:off x="4709461" y="3842219"/>
            <a:ext cx="79370" cy="71432"/>
          </a:xfrm>
          <a:custGeom>
            <a:avLst/>
            <a:gdLst/>
            <a:ahLst/>
            <a:cxnLst/>
            <a:rect l="l" t="t" r="r" b="b"/>
            <a:pathLst>
              <a:path w="79370" h="71432">
                <a:moveTo>
                  <a:pt x="51987" y="71432"/>
                </a:moveTo>
                <a:lnTo>
                  <a:pt x="51987" y="59031"/>
                </a:lnTo>
                <a:lnTo>
                  <a:pt x="36709" y="59031"/>
                </a:lnTo>
                <a:lnTo>
                  <a:pt x="36709" y="18354"/>
                </a:lnTo>
                <a:lnTo>
                  <a:pt x="27482" y="18354"/>
                </a:lnTo>
                <a:lnTo>
                  <a:pt x="27482" y="31252"/>
                </a:lnTo>
                <a:lnTo>
                  <a:pt x="0" y="31252"/>
                </a:lnTo>
                <a:lnTo>
                  <a:pt x="0" y="0"/>
                </a:lnTo>
                <a:lnTo>
                  <a:pt x="27482" y="0"/>
                </a:lnTo>
                <a:lnTo>
                  <a:pt x="27482" y="12401"/>
                </a:lnTo>
                <a:lnTo>
                  <a:pt x="51987" y="12401"/>
                </a:lnTo>
                <a:lnTo>
                  <a:pt x="51987" y="0"/>
                </a:lnTo>
                <a:lnTo>
                  <a:pt x="79370" y="0"/>
                </a:lnTo>
                <a:lnTo>
                  <a:pt x="79370" y="31252"/>
                </a:lnTo>
                <a:lnTo>
                  <a:pt x="51987" y="31252"/>
                </a:lnTo>
                <a:lnTo>
                  <a:pt x="51987" y="18354"/>
                </a:lnTo>
                <a:lnTo>
                  <a:pt x="42661" y="18354"/>
                </a:lnTo>
                <a:lnTo>
                  <a:pt x="42661" y="53078"/>
                </a:lnTo>
                <a:lnTo>
                  <a:pt x="51987" y="53078"/>
                </a:lnTo>
                <a:lnTo>
                  <a:pt x="51987" y="40181"/>
                </a:lnTo>
                <a:lnTo>
                  <a:pt x="79370" y="40181"/>
                </a:lnTo>
                <a:lnTo>
                  <a:pt x="79370" y="71432"/>
                </a:lnTo>
                <a:lnTo>
                  <a:pt x="51987" y="71432"/>
                </a:lnTo>
                <a:lnTo>
                  <a:pt x="51987" y="71432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4862814" y="3820909"/>
            <a:ext cx="1200603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144-question 3 pools: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4862814" y="3931399"/>
            <a:ext cx="130768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facts · decoys · stale,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4862814" y="4041888"/>
            <a:ext cx="98643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48 questions each</a:t>
            </a:r>
          </a:p>
        </p:txBody>
      </p:sp>
      <p:sp>
        <p:nvSpPr>
          <p:cNvPr id="243" name="Freeform 242"/>
          <p:cNvSpPr/>
          <p:nvPr/>
        </p:nvSpPr>
        <p:spPr>
          <a:xfrm>
            <a:off x="3314609" y="4155352"/>
            <a:ext cx="67464" cy="56055"/>
          </a:xfrm>
          <a:custGeom>
            <a:avLst/>
            <a:gdLst/>
            <a:ahLst/>
            <a:cxnLst/>
            <a:rect l="l" t="t" r="r" b="b"/>
            <a:pathLst>
              <a:path w="67464" h="56055">
                <a:moveTo>
                  <a:pt x="8135" y="56055"/>
                </a:moveTo>
                <a:lnTo>
                  <a:pt x="9695" y="55093"/>
                </a:lnTo>
                <a:lnTo>
                  <a:pt x="11251" y="54191"/>
                </a:lnTo>
                <a:lnTo>
                  <a:pt x="12802" y="53350"/>
                </a:lnTo>
                <a:lnTo>
                  <a:pt x="14348" y="52570"/>
                </a:lnTo>
                <a:lnTo>
                  <a:pt x="15890" y="51850"/>
                </a:lnTo>
                <a:lnTo>
                  <a:pt x="17427" y="51190"/>
                </a:lnTo>
                <a:lnTo>
                  <a:pt x="18959" y="50591"/>
                </a:lnTo>
                <a:lnTo>
                  <a:pt x="20487" y="50052"/>
                </a:lnTo>
                <a:lnTo>
                  <a:pt x="22029" y="49576"/>
                </a:lnTo>
                <a:lnTo>
                  <a:pt x="23603" y="49163"/>
                </a:lnTo>
                <a:lnTo>
                  <a:pt x="25210" y="48813"/>
                </a:lnTo>
                <a:lnTo>
                  <a:pt x="26849" y="48527"/>
                </a:lnTo>
                <a:lnTo>
                  <a:pt x="28521" y="48305"/>
                </a:lnTo>
                <a:lnTo>
                  <a:pt x="30225" y="48146"/>
                </a:lnTo>
                <a:lnTo>
                  <a:pt x="31962" y="48050"/>
                </a:lnTo>
                <a:lnTo>
                  <a:pt x="33732" y="48019"/>
                </a:lnTo>
                <a:lnTo>
                  <a:pt x="35502" y="48050"/>
                </a:lnTo>
                <a:lnTo>
                  <a:pt x="37241" y="48146"/>
                </a:lnTo>
                <a:lnTo>
                  <a:pt x="38950" y="48305"/>
                </a:lnTo>
                <a:lnTo>
                  <a:pt x="40627" y="48527"/>
                </a:lnTo>
                <a:lnTo>
                  <a:pt x="42273" y="48813"/>
                </a:lnTo>
                <a:lnTo>
                  <a:pt x="43889" y="49163"/>
                </a:lnTo>
                <a:lnTo>
                  <a:pt x="45473" y="49576"/>
                </a:lnTo>
                <a:lnTo>
                  <a:pt x="47026" y="50052"/>
                </a:lnTo>
                <a:lnTo>
                  <a:pt x="48565" y="50591"/>
                </a:lnTo>
                <a:lnTo>
                  <a:pt x="50108" y="51190"/>
                </a:lnTo>
                <a:lnTo>
                  <a:pt x="51653" y="51850"/>
                </a:lnTo>
                <a:lnTo>
                  <a:pt x="53202" y="52570"/>
                </a:lnTo>
                <a:lnTo>
                  <a:pt x="54754" y="53350"/>
                </a:lnTo>
                <a:lnTo>
                  <a:pt x="56309" y="54191"/>
                </a:lnTo>
                <a:lnTo>
                  <a:pt x="57867" y="55093"/>
                </a:lnTo>
                <a:lnTo>
                  <a:pt x="59428" y="56055"/>
                </a:lnTo>
                <a:lnTo>
                  <a:pt x="60479" y="54714"/>
                </a:lnTo>
                <a:lnTo>
                  <a:pt x="61452" y="53370"/>
                </a:lnTo>
                <a:lnTo>
                  <a:pt x="62346" y="52023"/>
                </a:lnTo>
                <a:lnTo>
                  <a:pt x="63161" y="50672"/>
                </a:lnTo>
                <a:lnTo>
                  <a:pt x="63896" y="49319"/>
                </a:lnTo>
                <a:lnTo>
                  <a:pt x="64553" y="47963"/>
                </a:lnTo>
                <a:lnTo>
                  <a:pt x="65130" y="46603"/>
                </a:lnTo>
                <a:lnTo>
                  <a:pt x="65628" y="45241"/>
                </a:lnTo>
                <a:lnTo>
                  <a:pt x="66059" y="43867"/>
                </a:lnTo>
                <a:lnTo>
                  <a:pt x="66431" y="42475"/>
                </a:lnTo>
                <a:lnTo>
                  <a:pt x="66747" y="41064"/>
                </a:lnTo>
                <a:lnTo>
                  <a:pt x="67005" y="39635"/>
                </a:lnTo>
                <a:lnTo>
                  <a:pt x="67206" y="38187"/>
                </a:lnTo>
                <a:lnTo>
                  <a:pt x="67349" y="36721"/>
                </a:lnTo>
                <a:lnTo>
                  <a:pt x="67435" y="35236"/>
                </a:lnTo>
                <a:lnTo>
                  <a:pt x="67464" y="33732"/>
                </a:lnTo>
                <a:lnTo>
                  <a:pt x="67313" y="30209"/>
                </a:lnTo>
                <a:lnTo>
                  <a:pt x="66859" y="26834"/>
                </a:lnTo>
                <a:lnTo>
                  <a:pt x="66104" y="23605"/>
                </a:lnTo>
                <a:lnTo>
                  <a:pt x="65046" y="20524"/>
                </a:lnTo>
                <a:lnTo>
                  <a:pt x="63685" y="17591"/>
                </a:lnTo>
                <a:lnTo>
                  <a:pt x="62023" y="14804"/>
                </a:lnTo>
                <a:lnTo>
                  <a:pt x="60058" y="12165"/>
                </a:lnTo>
                <a:lnTo>
                  <a:pt x="57791" y="9673"/>
                </a:lnTo>
                <a:lnTo>
                  <a:pt x="55299" y="7406"/>
                </a:lnTo>
                <a:lnTo>
                  <a:pt x="52660" y="5441"/>
                </a:lnTo>
                <a:lnTo>
                  <a:pt x="49873" y="3778"/>
                </a:lnTo>
                <a:lnTo>
                  <a:pt x="46939" y="2418"/>
                </a:lnTo>
                <a:lnTo>
                  <a:pt x="43858" y="1360"/>
                </a:lnTo>
                <a:lnTo>
                  <a:pt x="40630" y="604"/>
                </a:lnTo>
                <a:lnTo>
                  <a:pt x="37255" y="151"/>
                </a:lnTo>
                <a:lnTo>
                  <a:pt x="33732" y="0"/>
                </a:lnTo>
                <a:lnTo>
                  <a:pt x="30209" y="151"/>
                </a:lnTo>
                <a:lnTo>
                  <a:pt x="26833" y="604"/>
                </a:lnTo>
                <a:lnTo>
                  <a:pt x="23605" y="1360"/>
                </a:lnTo>
                <a:lnTo>
                  <a:pt x="20524" y="2418"/>
                </a:lnTo>
                <a:lnTo>
                  <a:pt x="17590" y="3778"/>
                </a:lnTo>
                <a:lnTo>
                  <a:pt x="14804" y="5441"/>
                </a:lnTo>
                <a:lnTo>
                  <a:pt x="12165" y="7406"/>
                </a:lnTo>
                <a:lnTo>
                  <a:pt x="9673" y="9673"/>
                </a:lnTo>
                <a:lnTo>
                  <a:pt x="7406" y="12165"/>
                </a:lnTo>
                <a:lnTo>
                  <a:pt x="5441" y="14804"/>
                </a:lnTo>
                <a:lnTo>
                  <a:pt x="3778" y="17591"/>
                </a:lnTo>
                <a:lnTo>
                  <a:pt x="2418" y="20524"/>
                </a:lnTo>
                <a:lnTo>
                  <a:pt x="1360" y="23605"/>
                </a:lnTo>
                <a:lnTo>
                  <a:pt x="604" y="26834"/>
                </a:lnTo>
                <a:lnTo>
                  <a:pt x="151" y="30209"/>
                </a:lnTo>
                <a:lnTo>
                  <a:pt x="0" y="33732"/>
                </a:lnTo>
                <a:lnTo>
                  <a:pt x="29" y="35236"/>
                </a:lnTo>
                <a:lnTo>
                  <a:pt x="117" y="36721"/>
                </a:lnTo>
                <a:lnTo>
                  <a:pt x="265" y="38187"/>
                </a:lnTo>
                <a:lnTo>
                  <a:pt x="471" y="39635"/>
                </a:lnTo>
                <a:lnTo>
                  <a:pt x="736" y="41064"/>
                </a:lnTo>
                <a:lnTo>
                  <a:pt x="1060" y="42475"/>
                </a:lnTo>
                <a:lnTo>
                  <a:pt x="1443" y="43867"/>
                </a:lnTo>
                <a:lnTo>
                  <a:pt x="1885" y="45241"/>
                </a:lnTo>
                <a:lnTo>
                  <a:pt x="2395" y="46603"/>
                </a:lnTo>
                <a:lnTo>
                  <a:pt x="2982" y="47963"/>
                </a:lnTo>
                <a:lnTo>
                  <a:pt x="3647" y="49319"/>
                </a:lnTo>
                <a:lnTo>
                  <a:pt x="4390" y="50672"/>
                </a:lnTo>
                <a:lnTo>
                  <a:pt x="5210" y="52023"/>
                </a:lnTo>
                <a:lnTo>
                  <a:pt x="6107" y="53370"/>
                </a:lnTo>
                <a:lnTo>
                  <a:pt x="7082" y="54714"/>
                </a:lnTo>
                <a:lnTo>
                  <a:pt x="8135" y="56055"/>
                </a:lnTo>
                <a:lnTo>
                  <a:pt x="8135" y="56055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3334749" y="4164876"/>
            <a:ext cx="27184" cy="27184"/>
          </a:xfrm>
          <a:custGeom>
            <a:avLst/>
            <a:gdLst/>
            <a:ahLst/>
            <a:cxnLst/>
            <a:rect l="l" t="t" r="r" b="b"/>
            <a:pathLst>
              <a:path w="27184" h="27184">
                <a:moveTo>
                  <a:pt x="3919" y="23265"/>
                </a:moveTo>
                <a:lnTo>
                  <a:pt x="3000" y="22257"/>
                </a:lnTo>
                <a:lnTo>
                  <a:pt x="2204" y="21191"/>
                </a:lnTo>
                <a:lnTo>
                  <a:pt x="1530" y="20068"/>
                </a:lnTo>
                <a:lnTo>
                  <a:pt x="979" y="18888"/>
                </a:lnTo>
                <a:lnTo>
                  <a:pt x="551" y="17650"/>
                </a:lnTo>
                <a:lnTo>
                  <a:pt x="245" y="16355"/>
                </a:lnTo>
                <a:lnTo>
                  <a:pt x="61" y="15002"/>
                </a:lnTo>
                <a:lnTo>
                  <a:pt x="0" y="13592"/>
                </a:lnTo>
                <a:lnTo>
                  <a:pt x="61" y="12182"/>
                </a:lnTo>
                <a:lnTo>
                  <a:pt x="245" y="10830"/>
                </a:lnTo>
                <a:lnTo>
                  <a:pt x="551" y="9535"/>
                </a:lnTo>
                <a:lnTo>
                  <a:pt x="979" y="8297"/>
                </a:lnTo>
                <a:lnTo>
                  <a:pt x="1530" y="7116"/>
                </a:lnTo>
                <a:lnTo>
                  <a:pt x="2204" y="5993"/>
                </a:lnTo>
                <a:lnTo>
                  <a:pt x="3000" y="4928"/>
                </a:lnTo>
                <a:lnTo>
                  <a:pt x="3919" y="3919"/>
                </a:lnTo>
                <a:lnTo>
                  <a:pt x="4927" y="3001"/>
                </a:lnTo>
                <a:lnTo>
                  <a:pt x="5993" y="2205"/>
                </a:lnTo>
                <a:lnTo>
                  <a:pt x="7116" y="1531"/>
                </a:lnTo>
                <a:lnTo>
                  <a:pt x="8296" y="980"/>
                </a:lnTo>
                <a:lnTo>
                  <a:pt x="9534" y="551"/>
                </a:lnTo>
                <a:lnTo>
                  <a:pt x="10829" y="245"/>
                </a:lnTo>
                <a:lnTo>
                  <a:pt x="12182" y="61"/>
                </a:lnTo>
                <a:lnTo>
                  <a:pt x="13592" y="0"/>
                </a:lnTo>
                <a:lnTo>
                  <a:pt x="15002" y="61"/>
                </a:lnTo>
                <a:lnTo>
                  <a:pt x="16354" y="245"/>
                </a:lnTo>
                <a:lnTo>
                  <a:pt x="17649" y="551"/>
                </a:lnTo>
                <a:lnTo>
                  <a:pt x="18887" y="980"/>
                </a:lnTo>
                <a:lnTo>
                  <a:pt x="20068" y="1531"/>
                </a:lnTo>
                <a:lnTo>
                  <a:pt x="21191" y="2205"/>
                </a:lnTo>
                <a:lnTo>
                  <a:pt x="22257" y="3001"/>
                </a:lnTo>
                <a:lnTo>
                  <a:pt x="23265" y="3919"/>
                </a:lnTo>
                <a:lnTo>
                  <a:pt x="24183" y="4928"/>
                </a:lnTo>
                <a:lnTo>
                  <a:pt x="24979" y="5993"/>
                </a:lnTo>
                <a:lnTo>
                  <a:pt x="25653" y="7116"/>
                </a:lnTo>
                <a:lnTo>
                  <a:pt x="26204" y="8297"/>
                </a:lnTo>
                <a:lnTo>
                  <a:pt x="26633" y="9535"/>
                </a:lnTo>
                <a:lnTo>
                  <a:pt x="26939" y="10830"/>
                </a:lnTo>
                <a:lnTo>
                  <a:pt x="27123" y="12182"/>
                </a:lnTo>
                <a:lnTo>
                  <a:pt x="27184" y="13592"/>
                </a:lnTo>
                <a:lnTo>
                  <a:pt x="27123" y="15002"/>
                </a:lnTo>
                <a:lnTo>
                  <a:pt x="26939" y="16355"/>
                </a:lnTo>
                <a:lnTo>
                  <a:pt x="26633" y="17650"/>
                </a:lnTo>
                <a:lnTo>
                  <a:pt x="26204" y="18888"/>
                </a:lnTo>
                <a:lnTo>
                  <a:pt x="25653" y="20068"/>
                </a:lnTo>
                <a:lnTo>
                  <a:pt x="24979" y="21191"/>
                </a:lnTo>
                <a:lnTo>
                  <a:pt x="24183" y="22257"/>
                </a:lnTo>
                <a:lnTo>
                  <a:pt x="23265" y="23265"/>
                </a:lnTo>
                <a:lnTo>
                  <a:pt x="22257" y="24184"/>
                </a:lnTo>
                <a:lnTo>
                  <a:pt x="21191" y="24980"/>
                </a:lnTo>
                <a:lnTo>
                  <a:pt x="20068" y="25654"/>
                </a:lnTo>
                <a:lnTo>
                  <a:pt x="18887" y="26205"/>
                </a:lnTo>
                <a:lnTo>
                  <a:pt x="17649" y="26633"/>
                </a:lnTo>
                <a:lnTo>
                  <a:pt x="16354" y="26939"/>
                </a:lnTo>
                <a:lnTo>
                  <a:pt x="15002" y="27123"/>
                </a:lnTo>
                <a:lnTo>
                  <a:pt x="13592" y="27184"/>
                </a:lnTo>
                <a:lnTo>
                  <a:pt x="12182" y="27123"/>
                </a:lnTo>
                <a:lnTo>
                  <a:pt x="10829" y="26939"/>
                </a:lnTo>
                <a:lnTo>
                  <a:pt x="9534" y="26633"/>
                </a:lnTo>
                <a:lnTo>
                  <a:pt x="8296" y="26205"/>
                </a:lnTo>
                <a:lnTo>
                  <a:pt x="7116" y="25654"/>
                </a:lnTo>
                <a:lnTo>
                  <a:pt x="5993" y="24980"/>
                </a:lnTo>
                <a:lnTo>
                  <a:pt x="4927" y="24184"/>
                </a:lnTo>
                <a:lnTo>
                  <a:pt x="3919" y="23265"/>
                </a:lnTo>
                <a:lnTo>
                  <a:pt x="3919" y="23265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3308656" y="4149399"/>
            <a:ext cx="79370" cy="79370"/>
          </a:xfrm>
          <a:custGeom>
            <a:avLst/>
            <a:gdLst/>
            <a:ahLst/>
            <a:cxnLst/>
            <a:rect l="l" t="t" r="r" b="b"/>
            <a:pathLst>
              <a:path w="79370" h="79370">
                <a:moveTo>
                  <a:pt x="39685" y="79370"/>
                </a:moveTo>
                <a:lnTo>
                  <a:pt x="37618" y="79321"/>
                </a:lnTo>
                <a:lnTo>
                  <a:pt x="35586" y="79175"/>
                </a:lnTo>
                <a:lnTo>
                  <a:pt x="33588" y="78930"/>
                </a:lnTo>
                <a:lnTo>
                  <a:pt x="31624" y="78589"/>
                </a:lnTo>
                <a:lnTo>
                  <a:pt x="29694" y="78149"/>
                </a:lnTo>
                <a:lnTo>
                  <a:pt x="27798" y="77612"/>
                </a:lnTo>
                <a:lnTo>
                  <a:pt x="25936" y="76977"/>
                </a:lnTo>
                <a:lnTo>
                  <a:pt x="24108" y="76245"/>
                </a:lnTo>
                <a:lnTo>
                  <a:pt x="22327" y="75428"/>
                </a:lnTo>
                <a:lnTo>
                  <a:pt x="20605" y="74539"/>
                </a:lnTo>
                <a:lnTo>
                  <a:pt x="18942" y="73580"/>
                </a:lnTo>
                <a:lnTo>
                  <a:pt x="17337" y="72549"/>
                </a:lnTo>
                <a:lnTo>
                  <a:pt x="15792" y="71447"/>
                </a:lnTo>
                <a:lnTo>
                  <a:pt x="14305" y="70273"/>
                </a:lnTo>
                <a:lnTo>
                  <a:pt x="12877" y="69029"/>
                </a:lnTo>
                <a:lnTo>
                  <a:pt x="11508" y="67712"/>
                </a:lnTo>
                <a:lnTo>
                  <a:pt x="10205" y="66332"/>
                </a:lnTo>
                <a:lnTo>
                  <a:pt x="8972" y="64894"/>
                </a:lnTo>
                <a:lnTo>
                  <a:pt x="7811" y="63399"/>
                </a:lnTo>
                <a:lnTo>
                  <a:pt x="6722" y="61846"/>
                </a:lnTo>
                <a:lnTo>
                  <a:pt x="5703" y="60237"/>
                </a:lnTo>
                <a:lnTo>
                  <a:pt x="4756" y="58569"/>
                </a:lnTo>
                <a:lnTo>
                  <a:pt x="3880" y="56845"/>
                </a:lnTo>
                <a:lnTo>
                  <a:pt x="3075" y="55063"/>
                </a:lnTo>
                <a:lnTo>
                  <a:pt x="2355" y="53238"/>
                </a:lnTo>
                <a:lnTo>
                  <a:pt x="1730" y="51386"/>
                </a:lnTo>
                <a:lnTo>
                  <a:pt x="1201" y="49505"/>
                </a:lnTo>
                <a:lnTo>
                  <a:pt x="769" y="47597"/>
                </a:lnTo>
                <a:lnTo>
                  <a:pt x="432" y="45661"/>
                </a:lnTo>
                <a:lnTo>
                  <a:pt x="192" y="43697"/>
                </a:lnTo>
                <a:lnTo>
                  <a:pt x="48" y="41705"/>
                </a:lnTo>
                <a:lnTo>
                  <a:pt x="0" y="39685"/>
                </a:lnTo>
                <a:lnTo>
                  <a:pt x="49" y="37642"/>
                </a:lnTo>
                <a:lnTo>
                  <a:pt x="195" y="35630"/>
                </a:lnTo>
                <a:lnTo>
                  <a:pt x="439" y="33649"/>
                </a:lnTo>
                <a:lnTo>
                  <a:pt x="781" y="31698"/>
                </a:lnTo>
                <a:lnTo>
                  <a:pt x="1221" y="29779"/>
                </a:lnTo>
                <a:lnTo>
                  <a:pt x="1758" y="27891"/>
                </a:lnTo>
                <a:lnTo>
                  <a:pt x="2393" y="26034"/>
                </a:lnTo>
                <a:lnTo>
                  <a:pt x="3125" y="24208"/>
                </a:lnTo>
                <a:lnTo>
                  <a:pt x="3942" y="22427"/>
                </a:lnTo>
                <a:lnTo>
                  <a:pt x="4830" y="20704"/>
                </a:lnTo>
                <a:lnTo>
                  <a:pt x="5790" y="19041"/>
                </a:lnTo>
                <a:lnTo>
                  <a:pt x="6821" y="17437"/>
                </a:lnTo>
                <a:lnTo>
                  <a:pt x="7923" y="15891"/>
                </a:lnTo>
                <a:lnTo>
                  <a:pt x="9096" y="14405"/>
                </a:lnTo>
                <a:lnTo>
                  <a:pt x="10341" y="12977"/>
                </a:lnTo>
                <a:lnTo>
                  <a:pt x="11657" y="11608"/>
                </a:lnTo>
                <a:lnTo>
                  <a:pt x="13038" y="10304"/>
                </a:lnTo>
                <a:lnTo>
                  <a:pt x="14476" y="9069"/>
                </a:lnTo>
                <a:lnTo>
                  <a:pt x="15971" y="7904"/>
                </a:lnTo>
                <a:lnTo>
                  <a:pt x="17523" y="6809"/>
                </a:lnTo>
                <a:lnTo>
                  <a:pt x="19133" y="5783"/>
                </a:lnTo>
                <a:lnTo>
                  <a:pt x="20800" y="4827"/>
                </a:lnTo>
                <a:lnTo>
                  <a:pt x="22525" y="3942"/>
                </a:lnTo>
                <a:lnTo>
                  <a:pt x="24307" y="3125"/>
                </a:lnTo>
                <a:lnTo>
                  <a:pt x="26131" y="2393"/>
                </a:lnTo>
                <a:lnTo>
                  <a:pt x="27984" y="1758"/>
                </a:lnTo>
                <a:lnTo>
                  <a:pt x="29864" y="1221"/>
                </a:lnTo>
                <a:lnTo>
                  <a:pt x="31773" y="781"/>
                </a:lnTo>
                <a:lnTo>
                  <a:pt x="33709" y="440"/>
                </a:lnTo>
                <a:lnTo>
                  <a:pt x="35673" y="196"/>
                </a:lnTo>
                <a:lnTo>
                  <a:pt x="37665" y="49"/>
                </a:lnTo>
                <a:lnTo>
                  <a:pt x="39685" y="0"/>
                </a:lnTo>
                <a:lnTo>
                  <a:pt x="41728" y="49"/>
                </a:lnTo>
                <a:lnTo>
                  <a:pt x="43740" y="196"/>
                </a:lnTo>
                <a:lnTo>
                  <a:pt x="45721" y="440"/>
                </a:lnTo>
                <a:lnTo>
                  <a:pt x="47671" y="781"/>
                </a:lnTo>
                <a:lnTo>
                  <a:pt x="49590" y="1221"/>
                </a:lnTo>
                <a:lnTo>
                  <a:pt x="51479" y="1758"/>
                </a:lnTo>
                <a:lnTo>
                  <a:pt x="53336" y="2393"/>
                </a:lnTo>
                <a:lnTo>
                  <a:pt x="55162" y="3125"/>
                </a:lnTo>
                <a:lnTo>
                  <a:pt x="56943" y="3942"/>
                </a:lnTo>
                <a:lnTo>
                  <a:pt x="58665" y="4827"/>
                </a:lnTo>
                <a:lnTo>
                  <a:pt x="60329" y="5783"/>
                </a:lnTo>
                <a:lnTo>
                  <a:pt x="61933" y="6809"/>
                </a:lnTo>
                <a:lnTo>
                  <a:pt x="63479" y="7904"/>
                </a:lnTo>
                <a:lnTo>
                  <a:pt x="64965" y="9069"/>
                </a:lnTo>
                <a:lnTo>
                  <a:pt x="66393" y="10304"/>
                </a:lnTo>
                <a:lnTo>
                  <a:pt x="67762" y="11608"/>
                </a:lnTo>
                <a:lnTo>
                  <a:pt x="69066" y="12977"/>
                </a:lnTo>
                <a:lnTo>
                  <a:pt x="70301" y="14405"/>
                </a:lnTo>
                <a:lnTo>
                  <a:pt x="71466" y="15891"/>
                </a:lnTo>
                <a:lnTo>
                  <a:pt x="72561" y="17437"/>
                </a:lnTo>
                <a:lnTo>
                  <a:pt x="73587" y="19041"/>
                </a:lnTo>
                <a:lnTo>
                  <a:pt x="74542" y="20704"/>
                </a:lnTo>
                <a:lnTo>
                  <a:pt x="75428" y="22427"/>
                </a:lnTo>
                <a:lnTo>
                  <a:pt x="76244" y="24208"/>
                </a:lnTo>
                <a:lnTo>
                  <a:pt x="76977" y="26034"/>
                </a:lnTo>
                <a:lnTo>
                  <a:pt x="77612" y="27891"/>
                </a:lnTo>
                <a:lnTo>
                  <a:pt x="78149" y="29779"/>
                </a:lnTo>
                <a:lnTo>
                  <a:pt x="78588" y="31698"/>
                </a:lnTo>
                <a:lnTo>
                  <a:pt x="78930" y="33649"/>
                </a:lnTo>
                <a:lnTo>
                  <a:pt x="79174" y="35630"/>
                </a:lnTo>
                <a:lnTo>
                  <a:pt x="79321" y="37642"/>
                </a:lnTo>
                <a:lnTo>
                  <a:pt x="79370" y="39685"/>
                </a:lnTo>
                <a:lnTo>
                  <a:pt x="79321" y="41705"/>
                </a:lnTo>
                <a:lnTo>
                  <a:pt x="79174" y="43697"/>
                </a:lnTo>
                <a:lnTo>
                  <a:pt x="78930" y="45661"/>
                </a:lnTo>
                <a:lnTo>
                  <a:pt x="78588" y="47597"/>
                </a:lnTo>
                <a:lnTo>
                  <a:pt x="78149" y="49505"/>
                </a:lnTo>
                <a:lnTo>
                  <a:pt x="77612" y="51386"/>
                </a:lnTo>
                <a:lnTo>
                  <a:pt x="76977" y="53238"/>
                </a:lnTo>
                <a:lnTo>
                  <a:pt x="76244" y="55063"/>
                </a:lnTo>
                <a:lnTo>
                  <a:pt x="75428" y="56845"/>
                </a:lnTo>
                <a:lnTo>
                  <a:pt x="74542" y="58569"/>
                </a:lnTo>
                <a:lnTo>
                  <a:pt x="73587" y="60237"/>
                </a:lnTo>
                <a:lnTo>
                  <a:pt x="72561" y="61846"/>
                </a:lnTo>
                <a:lnTo>
                  <a:pt x="71466" y="63399"/>
                </a:lnTo>
                <a:lnTo>
                  <a:pt x="70301" y="64894"/>
                </a:lnTo>
                <a:lnTo>
                  <a:pt x="69066" y="66332"/>
                </a:lnTo>
                <a:lnTo>
                  <a:pt x="67762" y="67712"/>
                </a:lnTo>
                <a:lnTo>
                  <a:pt x="66393" y="69029"/>
                </a:lnTo>
                <a:lnTo>
                  <a:pt x="64965" y="70273"/>
                </a:lnTo>
                <a:lnTo>
                  <a:pt x="63479" y="71447"/>
                </a:lnTo>
                <a:lnTo>
                  <a:pt x="61933" y="72549"/>
                </a:lnTo>
                <a:lnTo>
                  <a:pt x="60329" y="73580"/>
                </a:lnTo>
                <a:lnTo>
                  <a:pt x="58665" y="74539"/>
                </a:lnTo>
                <a:lnTo>
                  <a:pt x="56943" y="75428"/>
                </a:lnTo>
                <a:lnTo>
                  <a:pt x="55162" y="76245"/>
                </a:lnTo>
                <a:lnTo>
                  <a:pt x="53336" y="76977"/>
                </a:lnTo>
                <a:lnTo>
                  <a:pt x="51479" y="77612"/>
                </a:lnTo>
                <a:lnTo>
                  <a:pt x="49590" y="78149"/>
                </a:lnTo>
                <a:lnTo>
                  <a:pt x="47671" y="78589"/>
                </a:lnTo>
                <a:lnTo>
                  <a:pt x="45721" y="78930"/>
                </a:lnTo>
                <a:lnTo>
                  <a:pt x="43740" y="79175"/>
                </a:lnTo>
                <a:lnTo>
                  <a:pt x="41728" y="79321"/>
                </a:lnTo>
                <a:lnTo>
                  <a:pt x="39685" y="79370"/>
                </a:lnTo>
                <a:lnTo>
                  <a:pt x="39685" y="79370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3462008" y="4132058"/>
            <a:ext cx="1200603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132 real user queries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3462008" y="4242548"/>
            <a:ext cx="879345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four-day window</a:t>
            </a:r>
          </a:p>
        </p:txBody>
      </p:sp>
      <p:sp>
        <p:nvSpPr>
          <p:cNvPr id="248" name="Freeform 247"/>
          <p:cNvSpPr/>
          <p:nvPr/>
        </p:nvSpPr>
        <p:spPr>
          <a:xfrm>
            <a:off x="4709461" y="4149399"/>
            <a:ext cx="79370" cy="75401"/>
          </a:xfrm>
          <a:custGeom>
            <a:avLst/>
            <a:gdLst/>
            <a:ahLst/>
            <a:cxnLst/>
            <a:rect l="l" t="t" r="r" b="b"/>
            <a:pathLst>
              <a:path w="79370" h="75401">
                <a:moveTo>
                  <a:pt x="0" y="75401"/>
                </a:moveTo>
                <a:lnTo>
                  <a:pt x="0" y="69449"/>
                </a:lnTo>
                <a:lnTo>
                  <a:pt x="36709" y="69449"/>
                </a:lnTo>
                <a:lnTo>
                  <a:pt x="36709" y="21430"/>
                </a:lnTo>
                <a:lnTo>
                  <a:pt x="36072" y="21189"/>
                </a:lnTo>
                <a:lnTo>
                  <a:pt x="35453" y="20912"/>
                </a:lnTo>
                <a:lnTo>
                  <a:pt x="34851" y="20600"/>
                </a:lnTo>
                <a:lnTo>
                  <a:pt x="34266" y="20252"/>
                </a:lnTo>
                <a:lnTo>
                  <a:pt x="33697" y="19868"/>
                </a:lnTo>
                <a:lnTo>
                  <a:pt x="33146" y="19449"/>
                </a:lnTo>
                <a:lnTo>
                  <a:pt x="32612" y="18994"/>
                </a:lnTo>
                <a:lnTo>
                  <a:pt x="32095" y="18503"/>
                </a:lnTo>
                <a:lnTo>
                  <a:pt x="31605" y="17986"/>
                </a:lnTo>
                <a:lnTo>
                  <a:pt x="31150" y="17452"/>
                </a:lnTo>
                <a:lnTo>
                  <a:pt x="30730" y="16901"/>
                </a:lnTo>
                <a:lnTo>
                  <a:pt x="30347" y="16333"/>
                </a:lnTo>
                <a:lnTo>
                  <a:pt x="29999" y="15748"/>
                </a:lnTo>
                <a:lnTo>
                  <a:pt x="29686" y="15146"/>
                </a:lnTo>
                <a:lnTo>
                  <a:pt x="29410" y="14526"/>
                </a:lnTo>
                <a:lnTo>
                  <a:pt x="29169" y="13890"/>
                </a:lnTo>
                <a:lnTo>
                  <a:pt x="13394" y="13890"/>
                </a:lnTo>
                <a:lnTo>
                  <a:pt x="25795" y="43852"/>
                </a:lnTo>
                <a:lnTo>
                  <a:pt x="25714" y="44947"/>
                </a:lnTo>
                <a:lnTo>
                  <a:pt x="25519" y="46000"/>
                </a:lnTo>
                <a:lnTo>
                  <a:pt x="25212" y="47012"/>
                </a:lnTo>
                <a:lnTo>
                  <a:pt x="24791" y="47982"/>
                </a:lnTo>
                <a:lnTo>
                  <a:pt x="24257" y="48909"/>
                </a:lnTo>
                <a:lnTo>
                  <a:pt x="23610" y="49795"/>
                </a:lnTo>
                <a:lnTo>
                  <a:pt x="22849" y="50639"/>
                </a:lnTo>
                <a:lnTo>
                  <a:pt x="21976" y="51442"/>
                </a:lnTo>
                <a:lnTo>
                  <a:pt x="21020" y="52174"/>
                </a:lnTo>
                <a:lnTo>
                  <a:pt x="20013" y="52809"/>
                </a:lnTo>
                <a:lnTo>
                  <a:pt x="18955" y="53346"/>
                </a:lnTo>
                <a:lnTo>
                  <a:pt x="17846" y="53786"/>
                </a:lnTo>
                <a:lnTo>
                  <a:pt x="16686" y="54127"/>
                </a:lnTo>
                <a:lnTo>
                  <a:pt x="15474" y="54371"/>
                </a:lnTo>
                <a:lnTo>
                  <a:pt x="14212" y="54518"/>
                </a:lnTo>
                <a:lnTo>
                  <a:pt x="12898" y="54567"/>
                </a:lnTo>
                <a:lnTo>
                  <a:pt x="11584" y="54518"/>
                </a:lnTo>
                <a:lnTo>
                  <a:pt x="10321" y="54371"/>
                </a:lnTo>
                <a:lnTo>
                  <a:pt x="9110" y="54127"/>
                </a:lnTo>
                <a:lnTo>
                  <a:pt x="7950" y="53786"/>
                </a:lnTo>
                <a:lnTo>
                  <a:pt x="6840" y="53346"/>
                </a:lnTo>
                <a:lnTo>
                  <a:pt x="5782" y="52809"/>
                </a:lnTo>
                <a:lnTo>
                  <a:pt x="4776" y="52174"/>
                </a:lnTo>
                <a:lnTo>
                  <a:pt x="3820" y="51442"/>
                </a:lnTo>
                <a:lnTo>
                  <a:pt x="2946" y="50639"/>
                </a:lnTo>
                <a:lnTo>
                  <a:pt x="2186" y="49795"/>
                </a:lnTo>
                <a:lnTo>
                  <a:pt x="1539" y="48909"/>
                </a:lnTo>
                <a:lnTo>
                  <a:pt x="1005" y="47982"/>
                </a:lnTo>
                <a:lnTo>
                  <a:pt x="584" y="47012"/>
                </a:lnTo>
                <a:lnTo>
                  <a:pt x="276" y="46000"/>
                </a:lnTo>
                <a:lnTo>
                  <a:pt x="82" y="44947"/>
                </a:lnTo>
                <a:lnTo>
                  <a:pt x="0" y="43852"/>
                </a:lnTo>
                <a:lnTo>
                  <a:pt x="12402" y="13890"/>
                </a:lnTo>
                <a:lnTo>
                  <a:pt x="3969" y="13890"/>
                </a:lnTo>
                <a:lnTo>
                  <a:pt x="3969" y="7937"/>
                </a:lnTo>
                <a:lnTo>
                  <a:pt x="29169" y="7937"/>
                </a:lnTo>
                <a:lnTo>
                  <a:pt x="29493" y="7088"/>
                </a:lnTo>
                <a:lnTo>
                  <a:pt x="29869" y="6278"/>
                </a:lnTo>
                <a:lnTo>
                  <a:pt x="30299" y="5507"/>
                </a:lnTo>
                <a:lnTo>
                  <a:pt x="30781" y="4775"/>
                </a:lnTo>
                <a:lnTo>
                  <a:pt x="31316" y="4081"/>
                </a:lnTo>
                <a:lnTo>
                  <a:pt x="31903" y="3426"/>
                </a:lnTo>
                <a:lnTo>
                  <a:pt x="32543" y="2810"/>
                </a:lnTo>
                <a:lnTo>
                  <a:pt x="33236" y="2232"/>
                </a:lnTo>
                <a:lnTo>
                  <a:pt x="33966" y="1709"/>
                </a:lnTo>
                <a:lnTo>
                  <a:pt x="34718" y="1256"/>
                </a:lnTo>
                <a:lnTo>
                  <a:pt x="35492" y="872"/>
                </a:lnTo>
                <a:lnTo>
                  <a:pt x="36287" y="558"/>
                </a:lnTo>
                <a:lnTo>
                  <a:pt x="37104" y="314"/>
                </a:lnTo>
                <a:lnTo>
                  <a:pt x="37943" y="140"/>
                </a:lnTo>
                <a:lnTo>
                  <a:pt x="38803" y="35"/>
                </a:lnTo>
                <a:lnTo>
                  <a:pt x="39685" y="0"/>
                </a:lnTo>
                <a:lnTo>
                  <a:pt x="40567" y="35"/>
                </a:lnTo>
                <a:lnTo>
                  <a:pt x="41427" y="140"/>
                </a:lnTo>
                <a:lnTo>
                  <a:pt x="42266" y="314"/>
                </a:lnTo>
                <a:lnTo>
                  <a:pt x="43083" y="558"/>
                </a:lnTo>
                <a:lnTo>
                  <a:pt x="43878" y="872"/>
                </a:lnTo>
                <a:lnTo>
                  <a:pt x="44652" y="1256"/>
                </a:lnTo>
                <a:lnTo>
                  <a:pt x="45404" y="1709"/>
                </a:lnTo>
                <a:lnTo>
                  <a:pt x="46134" y="2232"/>
                </a:lnTo>
                <a:lnTo>
                  <a:pt x="46827" y="2810"/>
                </a:lnTo>
                <a:lnTo>
                  <a:pt x="47467" y="3426"/>
                </a:lnTo>
                <a:lnTo>
                  <a:pt x="48054" y="4081"/>
                </a:lnTo>
                <a:lnTo>
                  <a:pt x="48589" y="4775"/>
                </a:lnTo>
                <a:lnTo>
                  <a:pt x="49071" y="5507"/>
                </a:lnTo>
                <a:lnTo>
                  <a:pt x="49501" y="6278"/>
                </a:lnTo>
                <a:lnTo>
                  <a:pt x="49878" y="7088"/>
                </a:lnTo>
                <a:lnTo>
                  <a:pt x="50202" y="7937"/>
                </a:lnTo>
                <a:lnTo>
                  <a:pt x="75401" y="7937"/>
                </a:lnTo>
                <a:lnTo>
                  <a:pt x="75401" y="13890"/>
                </a:lnTo>
                <a:lnTo>
                  <a:pt x="66968" y="13890"/>
                </a:lnTo>
                <a:lnTo>
                  <a:pt x="79370" y="43852"/>
                </a:lnTo>
                <a:lnTo>
                  <a:pt x="79288" y="44947"/>
                </a:lnTo>
                <a:lnTo>
                  <a:pt x="79094" y="46000"/>
                </a:lnTo>
                <a:lnTo>
                  <a:pt x="78786" y="47012"/>
                </a:lnTo>
                <a:lnTo>
                  <a:pt x="78365" y="47982"/>
                </a:lnTo>
                <a:lnTo>
                  <a:pt x="77831" y="48909"/>
                </a:lnTo>
                <a:lnTo>
                  <a:pt x="77184" y="49795"/>
                </a:lnTo>
                <a:lnTo>
                  <a:pt x="76424" y="50639"/>
                </a:lnTo>
                <a:lnTo>
                  <a:pt x="75550" y="51442"/>
                </a:lnTo>
                <a:lnTo>
                  <a:pt x="74595" y="52174"/>
                </a:lnTo>
                <a:lnTo>
                  <a:pt x="73588" y="52809"/>
                </a:lnTo>
                <a:lnTo>
                  <a:pt x="72530" y="53346"/>
                </a:lnTo>
                <a:lnTo>
                  <a:pt x="71420" y="53786"/>
                </a:lnTo>
                <a:lnTo>
                  <a:pt x="70260" y="54127"/>
                </a:lnTo>
                <a:lnTo>
                  <a:pt x="69049" y="54371"/>
                </a:lnTo>
                <a:lnTo>
                  <a:pt x="67786" y="54518"/>
                </a:lnTo>
                <a:lnTo>
                  <a:pt x="66472" y="54567"/>
                </a:lnTo>
                <a:lnTo>
                  <a:pt x="65159" y="54518"/>
                </a:lnTo>
                <a:lnTo>
                  <a:pt x="63896" y="54371"/>
                </a:lnTo>
                <a:lnTo>
                  <a:pt x="62684" y="54127"/>
                </a:lnTo>
                <a:lnTo>
                  <a:pt x="61524" y="53786"/>
                </a:lnTo>
                <a:lnTo>
                  <a:pt x="60415" y="53346"/>
                </a:lnTo>
                <a:lnTo>
                  <a:pt x="59357" y="52809"/>
                </a:lnTo>
                <a:lnTo>
                  <a:pt x="58350" y="52174"/>
                </a:lnTo>
                <a:lnTo>
                  <a:pt x="57394" y="51442"/>
                </a:lnTo>
                <a:lnTo>
                  <a:pt x="56521" y="50639"/>
                </a:lnTo>
                <a:lnTo>
                  <a:pt x="55760" y="49795"/>
                </a:lnTo>
                <a:lnTo>
                  <a:pt x="55113" y="48909"/>
                </a:lnTo>
                <a:lnTo>
                  <a:pt x="54579" y="47982"/>
                </a:lnTo>
                <a:lnTo>
                  <a:pt x="54158" y="47012"/>
                </a:lnTo>
                <a:lnTo>
                  <a:pt x="53851" y="46000"/>
                </a:lnTo>
                <a:lnTo>
                  <a:pt x="53656" y="44947"/>
                </a:lnTo>
                <a:lnTo>
                  <a:pt x="53575" y="43852"/>
                </a:lnTo>
                <a:lnTo>
                  <a:pt x="65976" y="13890"/>
                </a:lnTo>
                <a:lnTo>
                  <a:pt x="50202" y="13890"/>
                </a:lnTo>
                <a:lnTo>
                  <a:pt x="49960" y="14526"/>
                </a:lnTo>
                <a:lnTo>
                  <a:pt x="49684" y="15146"/>
                </a:lnTo>
                <a:lnTo>
                  <a:pt x="49371" y="15748"/>
                </a:lnTo>
                <a:lnTo>
                  <a:pt x="49023" y="16333"/>
                </a:lnTo>
                <a:lnTo>
                  <a:pt x="48640" y="16901"/>
                </a:lnTo>
                <a:lnTo>
                  <a:pt x="48220" y="17452"/>
                </a:lnTo>
                <a:lnTo>
                  <a:pt x="47765" y="17986"/>
                </a:lnTo>
                <a:lnTo>
                  <a:pt x="47275" y="18503"/>
                </a:lnTo>
                <a:lnTo>
                  <a:pt x="46758" y="18994"/>
                </a:lnTo>
                <a:lnTo>
                  <a:pt x="46224" y="19449"/>
                </a:lnTo>
                <a:lnTo>
                  <a:pt x="45673" y="19868"/>
                </a:lnTo>
                <a:lnTo>
                  <a:pt x="45104" y="20252"/>
                </a:lnTo>
                <a:lnTo>
                  <a:pt x="44519" y="20600"/>
                </a:lnTo>
                <a:lnTo>
                  <a:pt x="43917" y="20912"/>
                </a:lnTo>
                <a:lnTo>
                  <a:pt x="43298" y="21189"/>
                </a:lnTo>
                <a:lnTo>
                  <a:pt x="42661" y="21430"/>
                </a:lnTo>
                <a:lnTo>
                  <a:pt x="42661" y="69449"/>
                </a:lnTo>
                <a:lnTo>
                  <a:pt x="79370" y="69449"/>
                </a:lnTo>
                <a:lnTo>
                  <a:pt x="79370" y="75401"/>
                </a:lnTo>
                <a:lnTo>
                  <a:pt x="0" y="75401"/>
                </a:lnTo>
                <a:lnTo>
                  <a:pt x="0" y="75401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Freeform 248"/>
          <p:cNvSpPr/>
          <p:nvPr/>
        </p:nvSpPr>
        <p:spPr>
          <a:xfrm>
            <a:off x="4768492" y="4174797"/>
            <a:ext cx="14882" cy="18255"/>
          </a:xfrm>
          <a:custGeom>
            <a:avLst/>
            <a:gdLst/>
            <a:ahLst/>
            <a:cxnLst/>
            <a:rect l="l" t="t" r="r" b="b"/>
            <a:pathLst>
              <a:path w="14882" h="18255">
                <a:moveTo>
                  <a:pt x="0" y="18255"/>
                </a:moveTo>
                <a:lnTo>
                  <a:pt x="14882" y="18255"/>
                </a:lnTo>
                <a:lnTo>
                  <a:pt x="7441" y="0"/>
                </a:lnTo>
                <a:lnTo>
                  <a:pt x="0" y="18255"/>
                </a:lnTo>
                <a:lnTo>
                  <a:pt x="0" y="18255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4714918" y="4174797"/>
            <a:ext cx="14882" cy="18255"/>
          </a:xfrm>
          <a:custGeom>
            <a:avLst/>
            <a:gdLst/>
            <a:ahLst/>
            <a:cxnLst/>
            <a:rect l="l" t="t" r="r" b="b"/>
            <a:pathLst>
              <a:path w="14882" h="18255">
                <a:moveTo>
                  <a:pt x="0" y="18255"/>
                </a:moveTo>
                <a:lnTo>
                  <a:pt x="14882" y="18255"/>
                </a:lnTo>
                <a:lnTo>
                  <a:pt x="7441" y="0"/>
                </a:lnTo>
                <a:lnTo>
                  <a:pt x="0" y="18255"/>
                </a:lnTo>
                <a:lnTo>
                  <a:pt x="0" y="18255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4744185" y="4155352"/>
            <a:ext cx="9922" cy="9921"/>
          </a:xfrm>
          <a:custGeom>
            <a:avLst/>
            <a:gdLst/>
            <a:ahLst/>
            <a:cxnLst/>
            <a:rect l="l" t="t" r="r" b="b"/>
            <a:pathLst>
              <a:path w="9922" h="9921">
                <a:moveTo>
                  <a:pt x="4961" y="9921"/>
                </a:moveTo>
                <a:lnTo>
                  <a:pt x="5472" y="9898"/>
                </a:lnTo>
                <a:lnTo>
                  <a:pt x="5962" y="9828"/>
                </a:lnTo>
                <a:lnTo>
                  <a:pt x="6433" y="9712"/>
                </a:lnTo>
                <a:lnTo>
                  <a:pt x="6883" y="9549"/>
                </a:lnTo>
                <a:lnTo>
                  <a:pt x="7313" y="9340"/>
                </a:lnTo>
                <a:lnTo>
                  <a:pt x="7723" y="9084"/>
                </a:lnTo>
                <a:lnTo>
                  <a:pt x="8113" y="8782"/>
                </a:lnTo>
                <a:lnTo>
                  <a:pt x="8483" y="8433"/>
                </a:lnTo>
                <a:lnTo>
                  <a:pt x="8820" y="8053"/>
                </a:lnTo>
                <a:lnTo>
                  <a:pt x="9112" y="7658"/>
                </a:lnTo>
                <a:lnTo>
                  <a:pt x="9360" y="7247"/>
                </a:lnTo>
                <a:lnTo>
                  <a:pt x="9562" y="6821"/>
                </a:lnTo>
                <a:lnTo>
                  <a:pt x="9719" y="6379"/>
                </a:lnTo>
                <a:lnTo>
                  <a:pt x="9832" y="5922"/>
                </a:lnTo>
                <a:lnTo>
                  <a:pt x="9899" y="5449"/>
                </a:lnTo>
                <a:lnTo>
                  <a:pt x="9922" y="4961"/>
                </a:lnTo>
                <a:lnTo>
                  <a:pt x="9899" y="4450"/>
                </a:lnTo>
                <a:lnTo>
                  <a:pt x="9832" y="3959"/>
                </a:lnTo>
                <a:lnTo>
                  <a:pt x="9719" y="3489"/>
                </a:lnTo>
                <a:lnTo>
                  <a:pt x="9562" y="3038"/>
                </a:lnTo>
                <a:lnTo>
                  <a:pt x="9360" y="2608"/>
                </a:lnTo>
                <a:lnTo>
                  <a:pt x="9112" y="2198"/>
                </a:lnTo>
                <a:lnTo>
                  <a:pt x="8820" y="1808"/>
                </a:lnTo>
                <a:lnTo>
                  <a:pt x="8483" y="1438"/>
                </a:lnTo>
                <a:lnTo>
                  <a:pt x="8113" y="1101"/>
                </a:lnTo>
                <a:lnTo>
                  <a:pt x="7723" y="809"/>
                </a:lnTo>
                <a:lnTo>
                  <a:pt x="7313" y="562"/>
                </a:lnTo>
                <a:lnTo>
                  <a:pt x="6883" y="360"/>
                </a:lnTo>
                <a:lnTo>
                  <a:pt x="6433" y="202"/>
                </a:lnTo>
                <a:lnTo>
                  <a:pt x="5962" y="90"/>
                </a:lnTo>
                <a:lnTo>
                  <a:pt x="5472" y="22"/>
                </a:lnTo>
                <a:lnTo>
                  <a:pt x="4961" y="0"/>
                </a:lnTo>
                <a:lnTo>
                  <a:pt x="4473" y="22"/>
                </a:lnTo>
                <a:lnTo>
                  <a:pt x="4000" y="90"/>
                </a:lnTo>
                <a:lnTo>
                  <a:pt x="3543" y="202"/>
                </a:lnTo>
                <a:lnTo>
                  <a:pt x="3101" y="360"/>
                </a:lnTo>
                <a:lnTo>
                  <a:pt x="2675" y="562"/>
                </a:lnTo>
                <a:lnTo>
                  <a:pt x="2264" y="809"/>
                </a:lnTo>
                <a:lnTo>
                  <a:pt x="1868" y="1101"/>
                </a:lnTo>
                <a:lnTo>
                  <a:pt x="1489" y="1438"/>
                </a:lnTo>
                <a:lnTo>
                  <a:pt x="1140" y="1808"/>
                </a:lnTo>
                <a:lnTo>
                  <a:pt x="838" y="2198"/>
                </a:lnTo>
                <a:lnTo>
                  <a:pt x="582" y="2608"/>
                </a:lnTo>
                <a:lnTo>
                  <a:pt x="372" y="3038"/>
                </a:lnTo>
                <a:lnTo>
                  <a:pt x="210" y="3489"/>
                </a:lnTo>
                <a:lnTo>
                  <a:pt x="93" y="3959"/>
                </a:lnTo>
                <a:lnTo>
                  <a:pt x="24" y="4450"/>
                </a:lnTo>
                <a:lnTo>
                  <a:pt x="0" y="4961"/>
                </a:lnTo>
                <a:lnTo>
                  <a:pt x="24" y="5449"/>
                </a:lnTo>
                <a:lnTo>
                  <a:pt x="93" y="5922"/>
                </a:lnTo>
                <a:lnTo>
                  <a:pt x="210" y="6379"/>
                </a:lnTo>
                <a:lnTo>
                  <a:pt x="372" y="6821"/>
                </a:lnTo>
                <a:lnTo>
                  <a:pt x="582" y="7247"/>
                </a:lnTo>
                <a:lnTo>
                  <a:pt x="838" y="7658"/>
                </a:lnTo>
                <a:lnTo>
                  <a:pt x="1140" y="8053"/>
                </a:lnTo>
                <a:lnTo>
                  <a:pt x="1489" y="8433"/>
                </a:lnTo>
                <a:lnTo>
                  <a:pt x="1868" y="8782"/>
                </a:lnTo>
                <a:lnTo>
                  <a:pt x="2264" y="9084"/>
                </a:lnTo>
                <a:lnTo>
                  <a:pt x="2675" y="9340"/>
                </a:lnTo>
                <a:lnTo>
                  <a:pt x="3101" y="9549"/>
                </a:lnTo>
                <a:lnTo>
                  <a:pt x="3543" y="9712"/>
                </a:lnTo>
                <a:lnTo>
                  <a:pt x="4000" y="9828"/>
                </a:lnTo>
                <a:lnTo>
                  <a:pt x="4473" y="9898"/>
                </a:lnTo>
                <a:lnTo>
                  <a:pt x="4961" y="9921"/>
                </a:lnTo>
                <a:lnTo>
                  <a:pt x="4961" y="9921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4862814" y="4132058"/>
            <a:ext cx="1147060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judges kimi-k2.6 and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4862814" y="4242548"/>
            <a:ext cx="1147060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glm-5.3 — per-judge,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4862814" y="4353037"/>
            <a:ext cx="1093517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with MDD boundaries</a:t>
            </a:r>
          </a:p>
        </p:txBody>
      </p:sp>
      <p:sp>
        <p:nvSpPr>
          <p:cNvPr id="255" name="Freeform 254"/>
          <p:cNvSpPr/>
          <p:nvPr/>
        </p:nvSpPr>
        <p:spPr>
          <a:xfrm>
            <a:off x="3345662" y="4479101"/>
            <a:ext cx="21727" cy="40280"/>
          </a:xfrm>
          <a:custGeom>
            <a:avLst/>
            <a:gdLst/>
            <a:ahLst/>
            <a:cxnLst/>
            <a:rect l="l" t="t" r="r" b="b"/>
            <a:pathLst>
              <a:path w="21727" h="40280">
                <a:moveTo>
                  <a:pt x="17263" y="40280"/>
                </a:moveTo>
                <a:lnTo>
                  <a:pt x="21727" y="35815"/>
                </a:lnTo>
                <a:lnTo>
                  <a:pt x="5953" y="19941"/>
                </a:lnTo>
                <a:lnTo>
                  <a:pt x="5953" y="0"/>
                </a:lnTo>
                <a:lnTo>
                  <a:pt x="0" y="0"/>
                </a:lnTo>
                <a:lnTo>
                  <a:pt x="0" y="22323"/>
                </a:lnTo>
                <a:lnTo>
                  <a:pt x="17263" y="40280"/>
                </a:lnTo>
                <a:lnTo>
                  <a:pt x="17263" y="40280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3308656" y="4460548"/>
            <a:ext cx="79370" cy="79370"/>
          </a:xfrm>
          <a:custGeom>
            <a:avLst/>
            <a:gdLst/>
            <a:ahLst/>
            <a:cxnLst/>
            <a:rect l="l" t="t" r="r" b="b"/>
            <a:pathLst>
              <a:path w="79370" h="79370">
                <a:moveTo>
                  <a:pt x="39685" y="79370"/>
                </a:moveTo>
                <a:lnTo>
                  <a:pt x="37665" y="79321"/>
                </a:lnTo>
                <a:lnTo>
                  <a:pt x="35673" y="79174"/>
                </a:lnTo>
                <a:lnTo>
                  <a:pt x="33709" y="78930"/>
                </a:lnTo>
                <a:lnTo>
                  <a:pt x="31773" y="78588"/>
                </a:lnTo>
                <a:lnTo>
                  <a:pt x="29864" y="78149"/>
                </a:lnTo>
                <a:lnTo>
                  <a:pt x="27984" y="77612"/>
                </a:lnTo>
                <a:lnTo>
                  <a:pt x="26131" y="76977"/>
                </a:lnTo>
                <a:lnTo>
                  <a:pt x="24307" y="76245"/>
                </a:lnTo>
                <a:lnTo>
                  <a:pt x="22525" y="75428"/>
                </a:lnTo>
                <a:lnTo>
                  <a:pt x="20800" y="74539"/>
                </a:lnTo>
                <a:lnTo>
                  <a:pt x="19133" y="73580"/>
                </a:lnTo>
                <a:lnTo>
                  <a:pt x="17523" y="72549"/>
                </a:lnTo>
                <a:lnTo>
                  <a:pt x="15971" y="71447"/>
                </a:lnTo>
                <a:lnTo>
                  <a:pt x="14476" y="70273"/>
                </a:lnTo>
                <a:lnTo>
                  <a:pt x="13038" y="69028"/>
                </a:lnTo>
                <a:lnTo>
                  <a:pt x="11657" y="67712"/>
                </a:lnTo>
                <a:lnTo>
                  <a:pt x="10341" y="66332"/>
                </a:lnTo>
                <a:lnTo>
                  <a:pt x="9096" y="64894"/>
                </a:lnTo>
                <a:lnTo>
                  <a:pt x="7923" y="63399"/>
                </a:lnTo>
                <a:lnTo>
                  <a:pt x="6821" y="61846"/>
                </a:lnTo>
                <a:lnTo>
                  <a:pt x="5790" y="60237"/>
                </a:lnTo>
                <a:lnTo>
                  <a:pt x="4830" y="58569"/>
                </a:lnTo>
                <a:lnTo>
                  <a:pt x="3942" y="56845"/>
                </a:lnTo>
                <a:lnTo>
                  <a:pt x="3125" y="55063"/>
                </a:lnTo>
                <a:lnTo>
                  <a:pt x="2393" y="53238"/>
                </a:lnTo>
                <a:lnTo>
                  <a:pt x="1758" y="51386"/>
                </a:lnTo>
                <a:lnTo>
                  <a:pt x="1221" y="49505"/>
                </a:lnTo>
                <a:lnTo>
                  <a:pt x="781" y="47597"/>
                </a:lnTo>
                <a:lnTo>
                  <a:pt x="439" y="45661"/>
                </a:lnTo>
                <a:lnTo>
                  <a:pt x="195" y="43697"/>
                </a:lnTo>
                <a:lnTo>
                  <a:pt x="49" y="41705"/>
                </a:lnTo>
                <a:lnTo>
                  <a:pt x="0" y="39685"/>
                </a:lnTo>
                <a:lnTo>
                  <a:pt x="49" y="37665"/>
                </a:lnTo>
                <a:lnTo>
                  <a:pt x="195" y="35673"/>
                </a:lnTo>
                <a:lnTo>
                  <a:pt x="439" y="33709"/>
                </a:lnTo>
                <a:lnTo>
                  <a:pt x="781" y="31773"/>
                </a:lnTo>
                <a:lnTo>
                  <a:pt x="1221" y="29865"/>
                </a:lnTo>
                <a:lnTo>
                  <a:pt x="1758" y="27984"/>
                </a:lnTo>
                <a:lnTo>
                  <a:pt x="2393" y="26132"/>
                </a:lnTo>
                <a:lnTo>
                  <a:pt x="3125" y="24307"/>
                </a:lnTo>
                <a:lnTo>
                  <a:pt x="3942" y="22525"/>
                </a:lnTo>
                <a:lnTo>
                  <a:pt x="4830" y="20801"/>
                </a:lnTo>
                <a:lnTo>
                  <a:pt x="5790" y="19133"/>
                </a:lnTo>
                <a:lnTo>
                  <a:pt x="6821" y="17523"/>
                </a:lnTo>
                <a:lnTo>
                  <a:pt x="7923" y="15971"/>
                </a:lnTo>
                <a:lnTo>
                  <a:pt x="9096" y="14476"/>
                </a:lnTo>
                <a:lnTo>
                  <a:pt x="10341" y="13038"/>
                </a:lnTo>
                <a:lnTo>
                  <a:pt x="11657" y="11658"/>
                </a:lnTo>
                <a:lnTo>
                  <a:pt x="13038" y="10341"/>
                </a:lnTo>
                <a:lnTo>
                  <a:pt x="14476" y="9097"/>
                </a:lnTo>
                <a:lnTo>
                  <a:pt x="15971" y="7923"/>
                </a:lnTo>
                <a:lnTo>
                  <a:pt x="17523" y="6821"/>
                </a:lnTo>
                <a:lnTo>
                  <a:pt x="19133" y="5790"/>
                </a:lnTo>
                <a:lnTo>
                  <a:pt x="20800" y="4831"/>
                </a:lnTo>
                <a:lnTo>
                  <a:pt x="22525" y="3942"/>
                </a:lnTo>
                <a:lnTo>
                  <a:pt x="24307" y="3125"/>
                </a:lnTo>
                <a:lnTo>
                  <a:pt x="26131" y="2393"/>
                </a:lnTo>
                <a:lnTo>
                  <a:pt x="27984" y="1758"/>
                </a:lnTo>
                <a:lnTo>
                  <a:pt x="29864" y="1221"/>
                </a:lnTo>
                <a:lnTo>
                  <a:pt x="31773" y="781"/>
                </a:lnTo>
                <a:lnTo>
                  <a:pt x="33709" y="440"/>
                </a:lnTo>
                <a:lnTo>
                  <a:pt x="35673" y="195"/>
                </a:lnTo>
                <a:lnTo>
                  <a:pt x="37665" y="49"/>
                </a:lnTo>
                <a:lnTo>
                  <a:pt x="39685" y="0"/>
                </a:lnTo>
                <a:lnTo>
                  <a:pt x="41705" y="49"/>
                </a:lnTo>
                <a:lnTo>
                  <a:pt x="43697" y="195"/>
                </a:lnTo>
                <a:lnTo>
                  <a:pt x="45661" y="440"/>
                </a:lnTo>
                <a:lnTo>
                  <a:pt x="47597" y="781"/>
                </a:lnTo>
                <a:lnTo>
                  <a:pt x="49505" y="1221"/>
                </a:lnTo>
                <a:lnTo>
                  <a:pt x="51386" y="1758"/>
                </a:lnTo>
                <a:lnTo>
                  <a:pt x="53238" y="2393"/>
                </a:lnTo>
                <a:lnTo>
                  <a:pt x="55063" y="3125"/>
                </a:lnTo>
                <a:lnTo>
                  <a:pt x="56845" y="3942"/>
                </a:lnTo>
                <a:lnTo>
                  <a:pt x="58569" y="4831"/>
                </a:lnTo>
                <a:lnTo>
                  <a:pt x="60236" y="5790"/>
                </a:lnTo>
                <a:lnTo>
                  <a:pt x="61846" y="6821"/>
                </a:lnTo>
                <a:lnTo>
                  <a:pt x="63399" y="7923"/>
                </a:lnTo>
                <a:lnTo>
                  <a:pt x="64894" y="9097"/>
                </a:lnTo>
                <a:lnTo>
                  <a:pt x="66332" y="10341"/>
                </a:lnTo>
                <a:lnTo>
                  <a:pt x="67712" y="11658"/>
                </a:lnTo>
                <a:lnTo>
                  <a:pt x="69028" y="13038"/>
                </a:lnTo>
                <a:lnTo>
                  <a:pt x="70273" y="14476"/>
                </a:lnTo>
                <a:lnTo>
                  <a:pt x="71447" y="15971"/>
                </a:lnTo>
                <a:lnTo>
                  <a:pt x="72549" y="17523"/>
                </a:lnTo>
                <a:lnTo>
                  <a:pt x="73580" y="19133"/>
                </a:lnTo>
                <a:lnTo>
                  <a:pt x="74539" y="20801"/>
                </a:lnTo>
                <a:lnTo>
                  <a:pt x="75427" y="22525"/>
                </a:lnTo>
                <a:lnTo>
                  <a:pt x="76244" y="24307"/>
                </a:lnTo>
                <a:lnTo>
                  <a:pt x="76977" y="26132"/>
                </a:lnTo>
                <a:lnTo>
                  <a:pt x="77612" y="27984"/>
                </a:lnTo>
                <a:lnTo>
                  <a:pt x="78149" y="29865"/>
                </a:lnTo>
                <a:lnTo>
                  <a:pt x="78588" y="31773"/>
                </a:lnTo>
                <a:lnTo>
                  <a:pt x="78930" y="33709"/>
                </a:lnTo>
                <a:lnTo>
                  <a:pt x="79174" y="35673"/>
                </a:lnTo>
                <a:lnTo>
                  <a:pt x="79321" y="37665"/>
                </a:lnTo>
                <a:lnTo>
                  <a:pt x="79370" y="39685"/>
                </a:lnTo>
                <a:lnTo>
                  <a:pt x="79321" y="41705"/>
                </a:lnTo>
                <a:lnTo>
                  <a:pt x="79174" y="43697"/>
                </a:lnTo>
                <a:lnTo>
                  <a:pt x="78930" y="45661"/>
                </a:lnTo>
                <a:lnTo>
                  <a:pt x="78588" y="47597"/>
                </a:lnTo>
                <a:lnTo>
                  <a:pt x="78149" y="49505"/>
                </a:lnTo>
                <a:lnTo>
                  <a:pt x="77612" y="51386"/>
                </a:lnTo>
                <a:lnTo>
                  <a:pt x="76977" y="53238"/>
                </a:lnTo>
                <a:lnTo>
                  <a:pt x="76244" y="55063"/>
                </a:lnTo>
                <a:lnTo>
                  <a:pt x="75427" y="56845"/>
                </a:lnTo>
                <a:lnTo>
                  <a:pt x="74539" y="58569"/>
                </a:lnTo>
                <a:lnTo>
                  <a:pt x="73580" y="60237"/>
                </a:lnTo>
                <a:lnTo>
                  <a:pt x="72549" y="61846"/>
                </a:lnTo>
                <a:lnTo>
                  <a:pt x="71447" y="63399"/>
                </a:lnTo>
                <a:lnTo>
                  <a:pt x="70273" y="64894"/>
                </a:lnTo>
                <a:lnTo>
                  <a:pt x="69028" y="66332"/>
                </a:lnTo>
                <a:lnTo>
                  <a:pt x="67712" y="67712"/>
                </a:lnTo>
                <a:lnTo>
                  <a:pt x="66332" y="69028"/>
                </a:lnTo>
                <a:lnTo>
                  <a:pt x="64894" y="70273"/>
                </a:lnTo>
                <a:lnTo>
                  <a:pt x="63399" y="71447"/>
                </a:lnTo>
                <a:lnTo>
                  <a:pt x="61846" y="72549"/>
                </a:lnTo>
                <a:lnTo>
                  <a:pt x="60236" y="73580"/>
                </a:lnTo>
                <a:lnTo>
                  <a:pt x="58569" y="74539"/>
                </a:lnTo>
                <a:lnTo>
                  <a:pt x="56845" y="75428"/>
                </a:lnTo>
                <a:lnTo>
                  <a:pt x="55063" y="76245"/>
                </a:lnTo>
                <a:lnTo>
                  <a:pt x="53238" y="76977"/>
                </a:lnTo>
                <a:lnTo>
                  <a:pt x="51386" y="77612"/>
                </a:lnTo>
                <a:lnTo>
                  <a:pt x="49505" y="78149"/>
                </a:lnTo>
                <a:lnTo>
                  <a:pt x="47597" y="78588"/>
                </a:lnTo>
                <a:lnTo>
                  <a:pt x="45661" y="78930"/>
                </a:lnTo>
                <a:lnTo>
                  <a:pt x="43697" y="79174"/>
                </a:lnTo>
                <a:lnTo>
                  <a:pt x="41705" y="79321"/>
                </a:lnTo>
                <a:lnTo>
                  <a:pt x="39685" y="79370"/>
                </a:lnTo>
                <a:lnTo>
                  <a:pt x="39685" y="79370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3462008" y="4443207"/>
            <a:ext cx="1200603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48-question web test: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3462008" y="4553697"/>
            <a:ext cx="1093517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3.1% no-web → 24.0%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3462008" y="4664186"/>
            <a:ext cx="130768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under unfiltered mixing</a:t>
            </a:r>
          </a:p>
        </p:txBody>
      </p:sp>
      <p:sp>
        <p:nvSpPr>
          <p:cNvPr id="260" name="Freeform 259"/>
          <p:cNvSpPr/>
          <p:nvPr/>
        </p:nvSpPr>
        <p:spPr>
          <a:xfrm>
            <a:off x="4709461" y="4460548"/>
            <a:ext cx="79370" cy="79370"/>
          </a:xfrm>
          <a:custGeom>
            <a:avLst/>
            <a:gdLst/>
            <a:ahLst/>
            <a:cxnLst/>
            <a:rect l="l" t="t" r="r" b="b"/>
            <a:pathLst>
              <a:path w="79370" h="79370">
                <a:moveTo>
                  <a:pt x="39685" y="79370"/>
                </a:moveTo>
                <a:lnTo>
                  <a:pt x="37642" y="79321"/>
                </a:lnTo>
                <a:lnTo>
                  <a:pt x="35630" y="79174"/>
                </a:lnTo>
                <a:lnTo>
                  <a:pt x="33649" y="78930"/>
                </a:lnTo>
                <a:lnTo>
                  <a:pt x="31698" y="78588"/>
                </a:lnTo>
                <a:lnTo>
                  <a:pt x="29779" y="78149"/>
                </a:lnTo>
                <a:lnTo>
                  <a:pt x="27891" y="77612"/>
                </a:lnTo>
                <a:lnTo>
                  <a:pt x="26034" y="76977"/>
                </a:lnTo>
                <a:lnTo>
                  <a:pt x="24208" y="76245"/>
                </a:lnTo>
                <a:lnTo>
                  <a:pt x="22427" y="75428"/>
                </a:lnTo>
                <a:lnTo>
                  <a:pt x="20705" y="74543"/>
                </a:lnTo>
                <a:lnTo>
                  <a:pt x="19041" y="73587"/>
                </a:lnTo>
                <a:lnTo>
                  <a:pt x="17437" y="72561"/>
                </a:lnTo>
                <a:lnTo>
                  <a:pt x="15891" y="71466"/>
                </a:lnTo>
                <a:lnTo>
                  <a:pt x="14405" y="70301"/>
                </a:lnTo>
                <a:lnTo>
                  <a:pt x="12977" y="69066"/>
                </a:lnTo>
                <a:lnTo>
                  <a:pt x="11608" y="67762"/>
                </a:lnTo>
                <a:lnTo>
                  <a:pt x="10304" y="66393"/>
                </a:lnTo>
                <a:lnTo>
                  <a:pt x="9069" y="64965"/>
                </a:lnTo>
                <a:lnTo>
                  <a:pt x="7904" y="63479"/>
                </a:lnTo>
                <a:lnTo>
                  <a:pt x="6809" y="61933"/>
                </a:lnTo>
                <a:lnTo>
                  <a:pt x="5783" y="60329"/>
                </a:lnTo>
                <a:lnTo>
                  <a:pt x="4827" y="58665"/>
                </a:lnTo>
                <a:lnTo>
                  <a:pt x="3942" y="56943"/>
                </a:lnTo>
                <a:lnTo>
                  <a:pt x="3125" y="55162"/>
                </a:lnTo>
                <a:lnTo>
                  <a:pt x="2393" y="53336"/>
                </a:lnTo>
                <a:lnTo>
                  <a:pt x="1758" y="51479"/>
                </a:lnTo>
                <a:lnTo>
                  <a:pt x="1221" y="49591"/>
                </a:lnTo>
                <a:lnTo>
                  <a:pt x="781" y="47672"/>
                </a:lnTo>
                <a:lnTo>
                  <a:pt x="440" y="45721"/>
                </a:lnTo>
                <a:lnTo>
                  <a:pt x="196" y="43740"/>
                </a:lnTo>
                <a:lnTo>
                  <a:pt x="49" y="41728"/>
                </a:lnTo>
                <a:lnTo>
                  <a:pt x="0" y="39685"/>
                </a:lnTo>
                <a:lnTo>
                  <a:pt x="49" y="37642"/>
                </a:lnTo>
                <a:lnTo>
                  <a:pt x="196" y="35630"/>
                </a:lnTo>
                <a:lnTo>
                  <a:pt x="440" y="33649"/>
                </a:lnTo>
                <a:lnTo>
                  <a:pt x="781" y="31698"/>
                </a:lnTo>
                <a:lnTo>
                  <a:pt x="1221" y="29779"/>
                </a:lnTo>
                <a:lnTo>
                  <a:pt x="1758" y="27891"/>
                </a:lnTo>
                <a:lnTo>
                  <a:pt x="2393" y="26034"/>
                </a:lnTo>
                <a:lnTo>
                  <a:pt x="3125" y="24208"/>
                </a:lnTo>
                <a:lnTo>
                  <a:pt x="3942" y="22427"/>
                </a:lnTo>
                <a:lnTo>
                  <a:pt x="4827" y="20704"/>
                </a:lnTo>
                <a:lnTo>
                  <a:pt x="5783" y="19041"/>
                </a:lnTo>
                <a:lnTo>
                  <a:pt x="6809" y="17437"/>
                </a:lnTo>
                <a:lnTo>
                  <a:pt x="7904" y="15891"/>
                </a:lnTo>
                <a:lnTo>
                  <a:pt x="9069" y="14404"/>
                </a:lnTo>
                <a:lnTo>
                  <a:pt x="10304" y="12977"/>
                </a:lnTo>
                <a:lnTo>
                  <a:pt x="11608" y="11608"/>
                </a:lnTo>
                <a:lnTo>
                  <a:pt x="12977" y="10303"/>
                </a:lnTo>
                <a:lnTo>
                  <a:pt x="14405" y="9069"/>
                </a:lnTo>
                <a:lnTo>
                  <a:pt x="15891" y="7904"/>
                </a:lnTo>
                <a:lnTo>
                  <a:pt x="17437" y="6809"/>
                </a:lnTo>
                <a:lnTo>
                  <a:pt x="19041" y="5783"/>
                </a:lnTo>
                <a:lnTo>
                  <a:pt x="20705" y="4827"/>
                </a:lnTo>
                <a:lnTo>
                  <a:pt x="22427" y="3941"/>
                </a:lnTo>
                <a:lnTo>
                  <a:pt x="24208" y="3125"/>
                </a:lnTo>
                <a:lnTo>
                  <a:pt x="26034" y="2393"/>
                </a:lnTo>
                <a:lnTo>
                  <a:pt x="27891" y="1758"/>
                </a:lnTo>
                <a:lnTo>
                  <a:pt x="29779" y="1221"/>
                </a:lnTo>
                <a:lnTo>
                  <a:pt x="31698" y="781"/>
                </a:lnTo>
                <a:lnTo>
                  <a:pt x="33649" y="440"/>
                </a:lnTo>
                <a:lnTo>
                  <a:pt x="35630" y="195"/>
                </a:lnTo>
                <a:lnTo>
                  <a:pt x="37642" y="49"/>
                </a:lnTo>
                <a:lnTo>
                  <a:pt x="39685" y="0"/>
                </a:lnTo>
                <a:lnTo>
                  <a:pt x="41238" y="28"/>
                </a:lnTo>
                <a:lnTo>
                  <a:pt x="42770" y="112"/>
                </a:lnTo>
                <a:lnTo>
                  <a:pt x="44282" y="251"/>
                </a:lnTo>
                <a:lnTo>
                  <a:pt x="45774" y="447"/>
                </a:lnTo>
                <a:lnTo>
                  <a:pt x="47246" y="698"/>
                </a:lnTo>
                <a:lnTo>
                  <a:pt x="48698" y="1005"/>
                </a:lnTo>
                <a:lnTo>
                  <a:pt x="50129" y="1367"/>
                </a:lnTo>
                <a:lnTo>
                  <a:pt x="51541" y="1786"/>
                </a:lnTo>
                <a:lnTo>
                  <a:pt x="52929" y="2254"/>
                </a:lnTo>
                <a:lnTo>
                  <a:pt x="54291" y="2766"/>
                </a:lnTo>
                <a:lnTo>
                  <a:pt x="55626" y="3321"/>
                </a:lnTo>
                <a:lnTo>
                  <a:pt x="56936" y="3919"/>
                </a:lnTo>
                <a:lnTo>
                  <a:pt x="58218" y="4561"/>
                </a:lnTo>
                <a:lnTo>
                  <a:pt x="59475" y="5246"/>
                </a:lnTo>
                <a:lnTo>
                  <a:pt x="60705" y="5975"/>
                </a:lnTo>
                <a:lnTo>
                  <a:pt x="61909" y="6747"/>
                </a:lnTo>
                <a:lnTo>
                  <a:pt x="55857" y="12798"/>
                </a:lnTo>
                <a:lnTo>
                  <a:pt x="54956" y="12292"/>
                </a:lnTo>
                <a:lnTo>
                  <a:pt x="54040" y="11813"/>
                </a:lnTo>
                <a:lnTo>
                  <a:pt x="53108" y="11361"/>
                </a:lnTo>
                <a:lnTo>
                  <a:pt x="52161" y="10938"/>
                </a:lnTo>
                <a:lnTo>
                  <a:pt x="51198" y="10543"/>
                </a:lnTo>
                <a:lnTo>
                  <a:pt x="50220" y="10176"/>
                </a:lnTo>
                <a:lnTo>
                  <a:pt x="49226" y="9836"/>
                </a:lnTo>
                <a:lnTo>
                  <a:pt x="48217" y="9524"/>
                </a:lnTo>
                <a:lnTo>
                  <a:pt x="47194" y="9245"/>
                </a:lnTo>
                <a:lnTo>
                  <a:pt x="46159" y="9004"/>
                </a:lnTo>
                <a:lnTo>
                  <a:pt x="45111" y="8799"/>
                </a:lnTo>
                <a:lnTo>
                  <a:pt x="44050" y="8632"/>
                </a:lnTo>
                <a:lnTo>
                  <a:pt x="42978" y="8501"/>
                </a:lnTo>
                <a:lnTo>
                  <a:pt x="41892" y="8408"/>
                </a:lnTo>
                <a:lnTo>
                  <a:pt x="40795" y="8353"/>
                </a:lnTo>
                <a:lnTo>
                  <a:pt x="39685" y="8334"/>
                </a:lnTo>
                <a:lnTo>
                  <a:pt x="36496" y="8477"/>
                </a:lnTo>
                <a:lnTo>
                  <a:pt x="33425" y="8908"/>
                </a:lnTo>
                <a:lnTo>
                  <a:pt x="30475" y="9624"/>
                </a:lnTo>
                <a:lnTo>
                  <a:pt x="27643" y="10628"/>
                </a:lnTo>
                <a:lnTo>
                  <a:pt x="24931" y="11919"/>
                </a:lnTo>
                <a:lnTo>
                  <a:pt x="22338" y="13496"/>
                </a:lnTo>
                <a:lnTo>
                  <a:pt x="19865" y="15360"/>
                </a:lnTo>
                <a:lnTo>
                  <a:pt x="17511" y="17511"/>
                </a:lnTo>
                <a:lnTo>
                  <a:pt x="15360" y="19865"/>
                </a:lnTo>
                <a:lnTo>
                  <a:pt x="13496" y="22338"/>
                </a:lnTo>
                <a:lnTo>
                  <a:pt x="11919" y="24931"/>
                </a:lnTo>
                <a:lnTo>
                  <a:pt x="10628" y="27643"/>
                </a:lnTo>
                <a:lnTo>
                  <a:pt x="9625" y="30475"/>
                </a:lnTo>
                <a:lnTo>
                  <a:pt x="8908" y="33425"/>
                </a:lnTo>
                <a:lnTo>
                  <a:pt x="8477" y="36495"/>
                </a:lnTo>
                <a:lnTo>
                  <a:pt x="8334" y="39685"/>
                </a:lnTo>
                <a:lnTo>
                  <a:pt x="8477" y="42874"/>
                </a:lnTo>
                <a:lnTo>
                  <a:pt x="8908" y="45945"/>
                </a:lnTo>
                <a:lnTo>
                  <a:pt x="9625" y="48895"/>
                </a:lnTo>
                <a:lnTo>
                  <a:pt x="10628" y="51727"/>
                </a:lnTo>
                <a:lnTo>
                  <a:pt x="11919" y="54439"/>
                </a:lnTo>
                <a:lnTo>
                  <a:pt x="13496" y="57032"/>
                </a:lnTo>
                <a:lnTo>
                  <a:pt x="15360" y="59505"/>
                </a:lnTo>
                <a:lnTo>
                  <a:pt x="17511" y="61859"/>
                </a:lnTo>
                <a:lnTo>
                  <a:pt x="19865" y="64010"/>
                </a:lnTo>
                <a:lnTo>
                  <a:pt x="22338" y="65874"/>
                </a:lnTo>
                <a:lnTo>
                  <a:pt x="24931" y="67451"/>
                </a:lnTo>
                <a:lnTo>
                  <a:pt x="27643" y="68742"/>
                </a:lnTo>
                <a:lnTo>
                  <a:pt x="30475" y="69745"/>
                </a:lnTo>
                <a:lnTo>
                  <a:pt x="33425" y="70462"/>
                </a:lnTo>
                <a:lnTo>
                  <a:pt x="36496" y="70893"/>
                </a:lnTo>
                <a:lnTo>
                  <a:pt x="39685" y="71036"/>
                </a:lnTo>
                <a:lnTo>
                  <a:pt x="42875" y="70893"/>
                </a:lnTo>
                <a:lnTo>
                  <a:pt x="45945" y="70462"/>
                </a:lnTo>
                <a:lnTo>
                  <a:pt x="48895" y="69745"/>
                </a:lnTo>
                <a:lnTo>
                  <a:pt x="51727" y="68742"/>
                </a:lnTo>
                <a:lnTo>
                  <a:pt x="54439" y="67451"/>
                </a:lnTo>
                <a:lnTo>
                  <a:pt x="57032" y="65874"/>
                </a:lnTo>
                <a:lnTo>
                  <a:pt x="59505" y="64010"/>
                </a:lnTo>
                <a:lnTo>
                  <a:pt x="61859" y="61859"/>
                </a:lnTo>
                <a:lnTo>
                  <a:pt x="64010" y="59505"/>
                </a:lnTo>
                <a:lnTo>
                  <a:pt x="65874" y="57032"/>
                </a:lnTo>
                <a:lnTo>
                  <a:pt x="67451" y="54439"/>
                </a:lnTo>
                <a:lnTo>
                  <a:pt x="68742" y="51727"/>
                </a:lnTo>
                <a:lnTo>
                  <a:pt x="69746" y="48895"/>
                </a:lnTo>
                <a:lnTo>
                  <a:pt x="70462" y="45945"/>
                </a:lnTo>
                <a:lnTo>
                  <a:pt x="70893" y="42874"/>
                </a:lnTo>
                <a:lnTo>
                  <a:pt x="71036" y="39685"/>
                </a:lnTo>
                <a:lnTo>
                  <a:pt x="71034" y="39266"/>
                </a:lnTo>
                <a:lnTo>
                  <a:pt x="71027" y="38851"/>
                </a:lnTo>
                <a:lnTo>
                  <a:pt x="71015" y="38441"/>
                </a:lnTo>
                <a:lnTo>
                  <a:pt x="70999" y="38036"/>
                </a:lnTo>
                <a:lnTo>
                  <a:pt x="70978" y="37635"/>
                </a:lnTo>
                <a:lnTo>
                  <a:pt x="70952" y="37239"/>
                </a:lnTo>
                <a:lnTo>
                  <a:pt x="70922" y="36847"/>
                </a:lnTo>
                <a:lnTo>
                  <a:pt x="70887" y="36461"/>
                </a:lnTo>
                <a:lnTo>
                  <a:pt x="70848" y="36077"/>
                </a:lnTo>
                <a:lnTo>
                  <a:pt x="70804" y="35695"/>
                </a:lnTo>
                <a:lnTo>
                  <a:pt x="70755" y="35314"/>
                </a:lnTo>
                <a:lnTo>
                  <a:pt x="70701" y="34935"/>
                </a:lnTo>
                <a:lnTo>
                  <a:pt x="70643" y="34558"/>
                </a:lnTo>
                <a:lnTo>
                  <a:pt x="70580" y="34182"/>
                </a:lnTo>
                <a:lnTo>
                  <a:pt x="70513" y="33807"/>
                </a:lnTo>
                <a:lnTo>
                  <a:pt x="70441" y="33435"/>
                </a:lnTo>
                <a:lnTo>
                  <a:pt x="77187" y="26688"/>
                </a:lnTo>
                <a:lnTo>
                  <a:pt x="77451" y="27459"/>
                </a:lnTo>
                <a:lnTo>
                  <a:pt x="77699" y="28235"/>
                </a:lnTo>
                <a:lnTo>
                  <a:pt x="77929" y="29016"/>
                </a:lnTo>
                <a:lnTo>
                  <a:pt x="78142" y="29801"/>
                </a:lnTo>
                <a:lnTo>
                  <a:pt x="78338" y="30591"/>
                </a:lnTo>
                <a:lnTo>
                  <a:pt x="78517" y="31385"/>
                </a:lnTo>
                <a:lnTo>
                  <a:pt x="78679" y="32184"/>
                </a:lnTo>
                <a:lnTo>
                  <a:pt x="78824" y="32988"/>
                </a:lnTo>
                <a:lnTo>
                  <a:pt x="78952" y="33798"/>
                </a:lnTo>
                <a:lnTo>
                  <a:pt x="79063" y="34616"/>
                </a:lnTo>
                <a:lnTo>
                  <a:pt x="79157" y="35441"/>
                </a:lnTo>
                <a:lnTo>
                  <a:pt x="79233" y="36275"/>
                </a:lnTo>
                <a:lnTo>
                  <a:pt x="79293" y="37116"/>
                </a:lnTo>
                <a:lnTo>
                  <a:pt x="79336" y="37964"/>
                </a:lnTo>
                <a:lnTo>
                  <a:pt x="79361" y="38821"/>
                </a:lnTo>
                <a:lnTo>
                  <a:pt x="79370" y="39685"/>
                </a:lnTo>
                <a:lnTo>
                  <a:pt x="79321" y="41728"/>
                </a:lnTo>
                <a:lnTo>
                  <a:pt x="79175" y="43740"/>
                </a:lnTo>
                <a:lnTo>
                  <a:pt x="78930" y="45721"/>
                </a:lnTo>
                <a:lnTo>
                  <a:pt x="78589" y="47672"/>
                </a:lnTo>
                <a:lnTo>
                  <a:pt x="78149" y="49591"/>
                </a:lnTo>
                <a:lnTo>
                  <a:pt x="77612" y="51479"/>
                </a:lnTo>
                <a:lnTo>
                  <a:pt x="76977" y="53336"/>
                </a:lnTo>
                <a:lnTo>
                  <a:pt x="76245" y="55162"/>
                </a:lnTo>
                <a:lnTo>
                  <a:pt x="75429" y="56943"/>
                </a:lnTo>
                <a:lnTo>
                  <a:pt x="74543" y="58665"/>
                </a:lnTo>
                <a:lnTo>
                  <a:pt x="73587" y="60329"/>
                </a:lnTo>
                <a:lnTo>
                  <a:pt x="72561" y="61933"/>
                </a:lnTo>
                <a:lnTo>
                  <a:pt x="71466" y="63479"/>
                </a:lnTo>
                <a:lnTo>
                  <a:pt x="70301" y="64965"/>
                </a:lnTo>
                <a:lnTo>
                  <a:pt x="69067" y="66393"/>
                </a:lnTo>
                <a:lnTo>
                  <a:pt x="67762" y="67762"/>
                </a:lnTo>
                <a:lnTo>
                  <a:pt x="66393" y="69066"/>
                </a:lnTo>
                <a:lnTo>
                  <a:pt x="64966" y="70301"/>
                </a:lnTo>
                <a:lnTo>
                  <a:pt x="63479" y="71466"/>
                </a:lnTo>
                <a:lnTo>
                  <a:pt x="61933" y="72561"/>
                </a:lnTo>
                <a:lnTo>
                  <a:pt x="60329" y="73587"/>
                </a:lnTo>
                <a:lnTo>
                  <a:pt x="58666" y="74543"/>
                </a:lnTo>
                <a:lnTo>
                  <a:pt x="56943" y="75428"/>
                </a:lnTo>
                <a:lnTo>
                  <a:pt x="55162" y="76245"/>
                </a:lnTo>
                <a:lnTo>
                  <a:pt x="53336" y="76977"/>
                </a:lnTo>
                <a:lnTo>
                  <a:pt x="51479" y="77612"/>
                </a:lnTo>
                <a:lnTo>
                  <a:pt x="49591" y="78149"/>
                </a:lnTo>
                <a:lnTo>
                  <a:pt x="47672" y="78588"/>
                </a:lnTo>
                <a:lnTo>
                  <a:pt x="45721" y="78930"/>
                </a:lnTo>
                <a:lnTo>
                  <a:pt x="43740" y="79174"/>
                </a:lnTo>
                <a:lnTo>
                  <a:pt x="41728" y="79321"/>
                </a:lnTo>
                <a:lnTo>
                  <a:pt x="39685" y="79370"/>
                </a:lnTo>
                <a:lnTo>
                  <a:pt x="39685" y="79370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Freeform 260"/>
          <p:cNvSpPr/>
          <p:nvPr/>
        </p:nvSpPr>
        <p:spPr>
          <a:xfrm>
            <a:off x="4726724" y="4467493"/>
            <a:ext cx="62107" cy="50896"/>
          </a:xfrm>
          <a:custGeom>
            <a:avLst/>
            <a:gdLst/>
            <a:ahLst/>
            <a:cxnLst/>
            <a:rect l="l" t="t" r="r" b="b"/>
            <a:pathLst>
              <a:path w="62107" h="50896">
                <a:moveTo>
                  <a:pt x="16965" y="50896"/>
                </a:moveTo>
                <a:lnTo>
                  <a:pt x="0" y="33831"/>
                </a:lnTo>
                <a:lnTo>
                  <a:pt x="5854" y="27978"/>
                </a:lnTo>
                <a:lnTo>
                  <a:pt x="17065" y="39189"/>
                </a:lnTo>
                <a:lnTo>
                  <a:pt x="56253" y="0"/>
                </a:lnTo>
                <a:lnTo>
                  <a:pt x="62107" y="5754"/>
                </a:lnTo>
                <a:lnTo>
                  <a:pt x="16965" y="50896"/>
                </a:lnTo>
                <a:lnTo>
                  <a:pt x="16965" y="50896"/>
                </a:lnTo>
                <a:close/>
              </a:path>
            </a:pathLst>
          </a:custGeom>
          <a:solidFill>
            <a:srgbClr val="287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4862814" y="4443207"/>
            <a:ext cx="1200603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1,649/1,649 citations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4862814" y="4553697"/>
            <a:ext cx="665173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resolvable;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862814" y="4664186"/>
            <a:ext cx="77225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0 out-of-pool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